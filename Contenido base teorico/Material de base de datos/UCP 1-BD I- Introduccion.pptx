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72" r:id="rId3"/>
    <p:sldId id="273" r:id="rId4"/>
    <p:sldId id="280" r:id="rId5"/>
    <p:sldId id="259" r:id="rId6"/>
    <p:sldId id="281" r:id="rId7"/>
    <p:sldId id="260" r:id="rId8"/>
    <p:sldId id="262" r:id="rId9"/>
    <p:sldId id="274" r:id="rId10"/>
    <p:sldId id="261" r:id="rId11"/>
    <p:sldId id="275" r:id="rId12"/>
    <p:sldId id="276" r:id="rId13"/>
    <p:sldId id="263" r:id="rId14"/>
    <p:sldId id="264" r:id="rId15"/>
    <p:sldId id="267" r:id="rId16"/>
    <p:sldId id="268" r:id="rId17"/>
    <p:sldId id="269" r:id="rId18"/>
    <p:sldId id="270" r:id="rId19"/>
    <p:sldId id="266" r:id="rId20"/>
    <p:sldId id="277" r:id="rId21"/>
    <p:sldId id="278" r:id="rId22"/>
    <p:sldId id="271" r:id="rId2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E2085E-5D37-446C-8F80-5242597B0BAD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81F636DF-BD48-41F2-917E-F978106AF472}">
      <dgm:prSet phldrT="[Texto]"/>
      <dgm:spPr/>
      <dgm:t>
        <a:bodyPr/>
        <a:lstStyle/>
        <a:p>
          <a:r>
            <a:rPr lang="es-AR" dirty="0"/>
            <a:t>Sistemas Gestores de Bases de Datos (SGBD)</a:t>
          </a:r>
        </a:p>
      </dgm:t>
    </dgm:pt>
    <dgm:pt modelId="{B30B0FE9-29B3-49C9-891D-5A3C4D97D85B}" type="parTrans" cxnId="{0ECBB884-4F1C-47C8-947F-567ED21FDDAB}">
      <dgm:prSet/>
      <dgm:spPr/>
      <dgm:t>
        <a:bodyPr/>
        <a:lstStyle/>
        <a:p>
          <a:endParaRPr lang="es-AR"/>
        </a:p>
      </dgm:t>
    </dgm:pt>
    <dgm:pt modelId="{C6AB57C6-4877-4670-B2CD-AAD2E9E5F1F7}" type="sibTrans" cxnId="{0ECBB884-4F1C-47C8-947F-567ED21FDDAB}">
      <dgm:prSet/>
      <dgm:spPr/>
      <dgm:t>
        <a:bodyPr/>
        <a:lstStyle/>
        <a:p>
          <a:endParaRPr lang="es-AR"/>
        </a:p>
      </dgm:t>
    </dgm:pt>
    <dgm:pt modelId="{884C2668-C9D1-4447-8553-EAE59DBCEB92}">
      <dgm:prSet phldrT="[Texto]"/>
      <dgm:spPr/>
      <dgm:t>
        <a:bodyPr/>
        <a:lstStyle/>
        <a:p>
          <a:r>
            <a:rPr lang="es-AR" dirty="0"/>
            <a:t>Colección de Datos Interrelacionados</a:t>
          </a:r>
        </a:p>
      </dgm:t>
    </dgm:pt>
    <dgm:pt modelId="{4262C269-79DA-4D60-A5C5-75F077F562B0}" type="parTrans" cxnId="{46658D51-FC5D-4E6E-A11C-0492C345536E}">
      <dgm:prSet/>
      <dgm:spPr/>
      <dgm:t>
        <a:bodyPr/>
        <a:lstStyle/>
        <a:p>
          <a:endParaRPr lang="es-AR"/>
        </a:p>
      </dgm:t>
    </dgm:pt>
    <dgm:pt modelId="{DF25C692-F631-401E-86CA-70D85EF12B58}" type="sibTrans" cxnId="{46658D51-FC5D-4E6E-A11C-0492C345536E}">
      <dgm:prSet/>
      <dgm:spPr/>
      <dgm:t>
        <a:bodyPr/>
        <a:lstStyle/>
        <a:p>
          <a:endParaRPr lang="es-AR"/>
        </a:p>
      </dgm:t>
    </dgm:pt>
    <dgm:pt modelId="{51ED1F65-2C9A-417D-8E26-F4155A342C4D}">
      <dgm:prSet phldrT="[Texto]"/>
      <dgm:spPr/>
      <dgm:t>
        <a:bodyPr/>
        <a:lstStyle/>
        <a:p>
          <a:r>
            <a:rPr lang="es-AR" dirty="0"/>
            <a:t>Bases de Datos</a:t>
          </a:r>
        </a:p>
      </dgm:t>
    </dgm:pt>
    <dgm:pt modelId="{CC6875D8-7206-48C8-ACFD-71EE354D0EE9}" type="parTrans" cxnId="{9F572726-04CE-46F9-ACC6-FE35F6DB71C4}">
      <dgm:prSet/>
      <dgm:spPr/>
      <dgm:t>
        <a:bodyPr/>
        <a:lstStyle/>
        <a:p>
          <a:endParaRPr lang="es-AR"/>
        </a:p>
      </dgm:t>
    </dgm:pt>
    <dgm:pt modelId="{19D7FF62-C788-4269-AD7F-AE4408960125}" type="sibTrans" cxnId="{9F572726-04CE-46F9-ACC6-FE35F6DB71C4}">
      <dgm:prSet/>
      <dgm:spPr/>
      <dgm:t>
        <a:bodyPr/>
        <a:lstStyle/>
        <a:p>
          <a:endParaRPr lang="es-AR"/>
        </a:p>
      </dgm:t>
    </dgm:pt>
    <dgm:pt modelId="{4AA6D1EB-FCA6-4C1C-A95A-C1E2E94E424E}">
      <dgm:prSet phldrT="[Texto]"/>
      <dgm:spPr/>
      <dgm:t>
        <a:bodyPr/>
        <a:lstStyle/>
        <a:p>
          <a:r>
            <a:rPr lang="es-AR" dirty="0"/>
            <a:t>Conjunto de Herramientas de Software</a:t>
          </a:r>
        </a:p>
      </dgm:t>
    </dgm:pt>
    <dgm:pt modelId="{FCE2267F-C4B4-4CA2-A390-E60038C3EF0F}" type="parTrans" cxnId="{46007FC0-4D97-431A-B79B-ADDB3D54AE31}">
      <dgm:prSet/>
      <dgm:spPr/>
      <dgm:t>
        <a:bodyPr/>
        <a:lstStyle/>
        <a:p>
          <a:endParaRPr lang="es-AR"/>
        </a:p>
      </dgm:t>
    </dgm:pt>
    <dgm:pt modelId="{720622E3-586C-47B6-A30C-860586F82B32}" type="sibTrans" cxnId="{46007FC0-4D97-431A-B79B-ADDB3D54AE31}">
      <dgm:prSet/>
      <dgm:spPr/>
      <dgm:t>
        <a:bodyPr/>
        <a:lstStyle/>
        <a:p>
          <a:endParaRPr lang="es-AR"/>
        </a:p>
      </dgm:t>
    </dgm:pt>
    <dgm:pt modelId="{E70DA3FD-1585-4526-BA10-46143208E5B9}">
      <dgm:prSet phldrT="[Texto]"/>
      <dgm:spPr/>
      <dgm:t>
        <a:bodyPr/>
        <a:lstStyle/>
        <a:p>
          <a:r>
            <a:rPr lang="es-AR" dirty="0"/>
            <a:t>Manipulación de Datos</a:t>
          </a:r>
        </a:p>
      </dgm:t>
    </dgm:pt>
    <dgm:pt modelId="{6F87D7EC-E484-4FC3-8E27-1BDD228F0669}" type="parTrans" cxnId="{0CA16062-787F-4CBF-8BF1-1FDBED786E12}">
      <dgm:prSet/>
      <dgm:spPr/>
      <dgm:t>
        <a:bodyPr/>
        <a:lstStyle/>
        <a:p>
          <a:endParaRPr lang="es-AR"/>
        </a:p>
      </dgm:t>
    </dgm:pt>
    <dgm:pt modelId="{EE3A2A28-D4C3-4204-9E3A-7635837CA9DE}" type="sibTrans" cxnId="{0CA16062-787F-4CBF-8BF1-1FDBED786E12}">
      <dgm:prSet/>
      <dgm:spPr/>
      <dgm:t>
        <a:bodyPr/>
        <a:lstStyle/>
        <a:p>
          <a:endParaRPr lang="es-AR"/>
        </a:p>
      </dgm:t>
    </dgm:pt>
    <dgm:pt modelId="{8FCC7B80-0EFE-41B7-AA05-D2B09B42AA8B}">
      <dgm:prSet phldrT="[Texto]"/>
      <dgm:spPr/>
      <dgm:t>
        <a:bodyPr/>
        <a:lstStyle/>
        <a:p>
          <a:r>
            <a:rPr lang="es-AR" dirty="0"/>
            <a:t>Administración de Datos</a:t>
          </a:r>
        </a:p>
      </dgm:t>
    </dgm:pt>
    <dgm:pt modelId="{E130A256-F335-46B8-8BFB-6A53CF66A201}" type="parTrans" cxnId="{430E0D4A-4F06-459C-8A9F-14BE66ACC42F}">
      <dgm:prSet/>
      <dgm:spPr/>
      <dgm:t>
        <a:bodyPr/>
        <a:lstStyle/>
        <a:p>
          <a:endParaRPr lang="es-AR"/>
        </a:p>
      </dgm:t>
    </dgm:pt>
    <dgm:pt modelId="{3F48B74B-43E4-4B3D-8AC5-A310CD83E523}" type="sibTrans" cxnId="{430E0D4A-4F06-459C-8A9F-14BE66ACC42F}">
      <dgm:prSet/>
      <dgm:spPr/>
      <dgm:t>
        <a:bodyPr/>
        <a:lstStyle/>
        <a:p>
          <a:endParaRPr lang="es-AR"/>
        </a:p>
      </dgm:t>
    </dgm:pt>
    <dgm:pt modelId="{6BAAA940-423B-4307-8529-B9D5872AAB6E}" type="pres">
      <dgm:prSet presAssocID="{E7E2085E-5D37-446C-8F80-5242597B0BA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9440E9D-64F1-43A6-BED0-4DD4E2C755D9}" type="pres">
      <dgm:prSet presAssocID="{81F636DF-BD48-41F2-917E-F978106AF472}" presName="root1" presStyleCnt="0"/>
      <dgm:spPr/>
    </dgm:pt>
    <dgm:pt modelId="{8A6E0214-C751-409B-8477-6900298CCC53}" type="pres">
      <dgm:prSet presAssocID="{81F636DF-BD48-41F2-917E-F978106AF472}" presName="LevelOneTextNode" presStyleLbl="node0" presStyleIdx="0" presStyleCnt="1">
        <dgm:presLayoutVars>
          <dgm:chPref val="3"/>
        </dgm:presLayoutVars>
      </dgm:prSet>
      <dgm:spPr/>
    </dgm:pt>
    <dgm:pt modelId="{D4732972-0BC9-4CE2-BA7F-561B6EDD514B}" type="pres">
      <dgm:prSet presAssocID="{81F636DF-BD48-41F2-917E-F978106AF472}" presName="level2hierChild" presStyleCnt="0"/>
      <dgm:spPr/>
    </dgm:pt>
    <dgm:pt modelId="{12B11E7E-3757-441B-96EA-307EB78DD374}" type="pres">
      <dgm:prSet presAssocID="{4262C269-79DA-4D60-A5C5-75F077F562B0}" presName="conn2-1" presStyleLbl="parChTrans1D2" presStyleIdx="0" presStyleCnt="2"/>
      <dgm:spPr/>
    </dgm:pt>
    <dgm:pt modelId="{FC96CDE0-08E0-42BA-934E-3726C68CA4EF}" type="pres">
      <dgm:prSet presAssocID="{4262C269-79DA-4D60-A5C5-75F077F562B0}" presName="connTx" presStyleLbl="parChTrans1D2" presStyleIdx="0" presStyleCnt="2"/>
      <dgm:spPr/>
    </dgm:pt>
    <dgm:pt modelId="{A73D5185-16F4-428B-A8CF-33FED371B7BA}" type="pres">
      <dgm:prSet presAssocID="{884C2668-C9D1-4447-8553-EAE59DBCEB92}" presName="root2" presStyleCnt="0"/>
      <dgm:spPr/>
    </dgm:pt>
    <dgm:pt modelId="{74FE4BD6-0C8F-40BD-83F6-C6C888E601DC}" type="pres">
      <dgm:prSet presAssocID="{884C2668-C9D1-4447-8553-EAE59DBCEB92}" presName="LevelTwoTextNode" presStyleLbl="node2" presStyleIdx="0" presStyleCnt="2">
        <dgm:presLayoutVars>
          <dgm:chPref val="3"/>
        </dgm:presLayoutVars>
      </dgm:prSet>
      <dgm:spPr/>
    </dgm:pt>
    <dgm:pt modelId="{411A73B8-E2F2-4D48-8F7F-65FB983781F9}" type="pres">
      <dgm:prSet presAssocID="{884C2668-C9D1-4447-8553-EAE59DBCEB92}" presName="level3hierChild" presStyleCnt="0"/>
      <dgm:spPr/>
    </dgm:pt>
    <dgm:pt modelId="{274DC0AE-5751-47A0-9A65-959138AFDA37}" type="pres">
      <dgm:prSet presAssocID="{CC6875D8-7206-48C8-ACFD-71EE354D0EE9}" presName="conn2-1" presStyleLbl="parChTrans1D3" presStyleIdx="0" presStyleCnt="3"/>
      <dgm:spPr/>
    </dgm:pt>
    <dgm:pt modelId="{2B59C3C9-393F-4BA2-8E17-B0B90402E124}" type="pres">
      <dgm:prSet presAssocID="{CC6875D8-7206-48C8-ACFD-71EE354D0EE9}" presName="connTx" presStyleLbl="parChTrans1D3" presStyleIdx="0" presStyleCnt="3"/>
      <dgm:spPr/>
    </dgm:pt>
    <dgm:pt modelId="{E6C77786-5247-40DF-891A-32401F06DA9E}" type="pres">
      <dgm:prSet presAssocID="{51ED1F65-2C9A-417D-8E26-F4155A342C4D}" presName="root2" presStyleCnt="0"/>
      <dgm:spPr/>
    </dgm:pt>
    <dgm:pt modelId="{1B7F0C44-4DEE-4E35-B1D5-CAA5740B561F}" type="pres">
      <dgm:prSet presAssocID="{51ED1F65-2C9A-417D-8E26-F4155A342C4D}" presName="LevelTwoTextNode" presStyleLbl="node3" presStyleIdx="0" presStyleCnt="3">
        <dgm:presLayoutVars>
          <dgm:chPref val="3"/>
        </dgm:presLayoutVars>
      </dgm:prSet>
      <dgm:spPr/>
    </dgm:pt>
    <dgm:pt modelId="{7F954ADB-0DE1-47F9-AA19-E5C8B8FEEF7A}" type="pres">
      <dgm:prSet presAssocID="{51ED1F65-2C9A-417D-8E26-F4155A342C4D}" presName="level3hierChild" presStyleCnt="0"/>
      <dgm:spPr/>
    </dgm:pt>
    <dgm:pt modelId="{B1F8E8DC-E0F4-4218-9EE2-5B198FE2D4B1}" type="pres">
      <dgm:prSet presAssocID="{FCE2267F-C4B4-4CA2-A390-E60038C3EF0F}" presName="conn2-1" presStyleLbl="parChTrans1D2" presStyleIdx="1" presStyleCnt="2"/>
      <dgm:spPr/>
    </dgm:pt>
    <dgm:pt modelId="{8102245E-0B08-4004-B575-758236365145}" type="pres">
      <dgm:prSet presAssocID="{FCE2267F-C4B4-4CA2-A390-E60038C3EF0F}" presName="connTx" presStyleLbl="parChTrans1D2" presStyleIdx="1" presStyleCnt="2"/>
      <dgm:spPr/>
    </dgm:pt>
    <dgm:pt modelId="{032C62B2-CA5A-42DC-B17C-0CCC48D26FE7}" type="pres">
      <dgm:prSet presAssocID="{4AA6D1EB-FCA6-4C1C-A95A-C1E2E94E424E}" presName="root2" presStyleCnt="0"/>
      <dgm:spPr/>
    </dgm:pt>
    <dgm:pt modelId="{9195C5CA-1723-4B35-921B-B6FD75B8463A}" type="pres">
      <dgm:prSet presAssocID="{4AA6D1EB-FCA6-4C1C-A95A-C1E2E94E424E}" presName="LevelTwoTextNode" presStyleLbl="node2" presStyleIdx="1" presStyleCnt="2">
        <dgm:presLayoutVars>
          <dgm:chPref val="3"/>
        </dgm:presLayoutVars>
      </dgm:prSet>
      <dgm:spPr/>
    </dgm:pt>
    <dgm:pt modelId="{E40BE111-32C3-48FE-9B16-D42F75C82C44}" type="pres">
      <dgm:prSet presAssocID="{4AA6D1EB-FCA6-4C1C-A95A-C1E2E94E424E}" presName="level3hierChild" presStyleCnt="0"/>
      <dgm:spPr/>
    </dgm:pt>
    <dgm:pt modelId="{D05B08F7-317B-4834-8129-756023548E87}" type="pres">
      <dgm:prSet presAssocID="{6F87D7EC-E484-4FC3-8E27-1BDD228F0669}" presName="conn2-1" presStyleLbl="parChTrans1D3" presStyleIdx="1" presStyleCnt="3"/>
      <dgm:spPr/>
    </dgm:pt>
    <dgm:pt modelId="{A15CCF7C-DA68-4860-9CB4-011FB7487AE6}" type="pres">
      <dgm:prSet presAssocID="{6F87D7EC-E484-4FC3-8E27-1BDD228F0669}" presName="connTx" presStyleLbl="parChTrans1D3" presStyleIdx="1" presStyleCnt="3"/>
      <dgm:spPr/>
    </dgm:pt>
    <dgm:pt modelId="{BAA4FB88-BACD-4724-A8B1-884620BF8356}" type="pres">
      <dgm:prSet presAssocID="{E70DA3FD-1585-4526-BA10-46143208E5B9}" presName="root2" presStyleCnt="0"/>
      <dgm:spPr/>
    </dgm:pt>
    <dgm:pt modelId="{145AC5BA-344E-4B2C-8286-641644FC215D}" type="pres">
      <dgm:prSet presAssocID="{E70DA3FD-1585-4526-BA10-46143208E5B9}" presName="LevelTwoTextNode" presStyleLbl="node3" presStyleIdx="1" presStyleCnt="3">
        <dgm:presLayoutVars>
          <dgm:chPref val="3"/>
        </dgm:presLayoutVars>
      </dgm:prSet>
      <dgm:spPr/>
    </dgm:pt>
    <dgm:pt modelId="{CC31D487-94AA-4231-AA15-5B16F9999564}" type="pres">
      <dgm:prSet presAssocID="{E70DA3FD-1585-4526-BA10-46143208E5B9}" presName="level3hierChild" presStyleCnt="0"/>
      <dgm:spPr/>
    </dgm:pt>
    <dgm:pt modelId="{86B74C3B-C9E3-47FD-84D7-6508E8D54F06}" type="pres">
      <dgm:prSet presAssocID="{E130A256-F335-46B8-8BFB-6A53CF66A201}" presName="conn2-1" presStyleLbl="parChTrans1D3" presStyleIdx="2" presStyleCnt="3"/>
      <dgm:spPr/>
    </dgm:pt>
    <dgm:pt modelId="{4B1DB815-1B94-4818-ADD0-27D90889C060}" type="pres">
      <dgm:prSet presAssocID="{E130A256-F335-46B8-8BFB-6A53CF66A201}" presName="connTx" presStyleLbl="parChTrans1D3" presStyleIdx="2" presStyleCnt="3"/>
      <dgm:spPr/>
    </dgm:pt>
    <dgm:pt modelId="{94DB2086-5AC4-4F4E-9F80-D979A26D330D}" type="pres">
      <dgm:prSet presAssocID="{8FCC7B80-0EFE-41B7-AA05-D2B09B42AA8B}" presName="root2" presStyleCnt="0"/>
      <dgm:spPr/>
    </dgm:pt>
    <dgm:pt modelId="{3C523622-8087-4328-8816-358BD01F5335}" type="pres">
      <dgm:prSet presAssocID="{8FCC7B80-0EFE-41B7-AA05-D2B09B42AA8B}" presName="LevelTwoTextNode" presStyleLbl="node3" presStyleIdx="2" presStyleCnt="3">
        <dgm:presLayoutVars>
          <dgm:chPref val="3"/>
        </dgm:presLayoutVars>
      </dgm:prSet>
      <dgm:spPr/>
    </dgm:pt>
    <dgm:pt modelId="{A2D1C69A-26D2-4BE3-A08F-A99E2A59801B}" type="pres">
      <dgm:prSet presAssocID="{8FCC7B80-0EFE-41B7-AA05-D2B09B42AA8B}" presName="level3hierChild" presStyleCnt="0"/>
      <dgm:spPr/>
    </dgm:pt>
  </dgm:ptLst>
  <dgm:cxnLst>
    <dgm:cxn modelId="{EA2AB304-9D1B-4EF0-9F74-A664E89278C7}" type="presOf" srcId="{6F87D7EC-E484-4FC3-8E27-1BDD228F0669}" destId="{D05B08F7-317B-4834-8129-756023548E87}" srcOrd="0" destOrd="0" presId="urn:microsoft.com/office/officeart/2005/8/layout/hierarchy2"/>
    <dgm:cxn modelId="{255FEE14-CC0F-4E5E-80E3-4F8CADAD9F73}" type="presOf" srcId="{E70DA3FD-1585-4526-BA10-46143208E5B9}" destId="{145AC5BA-344E-4B2C-8286-641644FC215D}" srcOrd="0" destOrd="0" presId="urn:microsoft.com/office/officeart/2005/8/layout/hierarchy2"/>
    <dgm:cxn modelId="{FA27D221-3E74-41CE-9D67-C3ADC3153E35}" type="presOf" srcId="{51ED1F65-2C9A-417D-8E26-F4155A342C4D}" destId="{1B7F0C44-4DEE-4E35-B1D5-CAA5740B561F}" srcOrd="0" destOrd="0" presId="urn:microsoft.com/office/officeart/2005/8/layout/hierarchy2"/>
    <dgm:cxn modelId="{9F572726-04CE-46F9-ACC6-FE35F6DB71C4}" srcId="{884C2668-C9D1-4447-8553-EAE59DBCEB92}" destId="{51ED1F65-2C9A-417D-8E26-F4155A342C4D}" srcOrd="0" destOrd="0" parTransId="{CC6875D8-7206-48C8-ACFD-71EE354D0EE9}" sibTransId="{19D7FF62-C788-4269-AD7F-AE4408960125}"/>
    <dgm:cxn modelId="{72D01133-F7B6-4097-B742-3A501CAAA7F2}" type="presOf" srcId="{884C2668-C9D1-4447-8553-EAE59DBCEB92}" destId="{74FE4BD6-0C8F-40BD-83F6-C6C888E601DC}" srcOrd="0" destOrd="0" presId="urn:microsoft.com/office/officeart/2005/8/layout/hierarchy2"/>
    <dgm:cxn modelId="{2114273A-46CD-497C-8DA2-6FE62C7353CC}" type="presOf" srcId="{FCE2267F-C4B4-4CA2-A390-E60038C3EF0F}" destId="{8102245E-0B08-4004-B575-758236365145}" srcOrd="1" destOrd="0" presId="urn:microsoft.com/office/officeart/2005/8/layout/hierarchy2"/>
    <dgm:cxn modelId="{B6283A5C-FE70-4CB6-AD0E-D13D2C81DA03}" type="presOf" srcId="{81F636DF-BD48-41F2-917E-F978106AF472}" destId="{8A6E0214-C751-409B-8477-6900298CCC53}" srcOrd="0" destOrd="0" presId="urn:microsoft.com/office/officeart/2005/8/layout/hierarchy2"/>
    <dgm:cxn modelId="{0CA16062-787F-4CBF-8BF1-1FDBED786E12}" srcId="{4AA6D1EB-FCA6-4C1C-A95A-C1E2E94E424E}" destId="{E70DA3FD-1585-4526-BA10-46143208E5B9}" srcOrd="0" destOrd="0" parTransId="{6F87D7EC-E484-4FC3-8E27-1BDD228F0669}" sibTransId="{EE3A2A28-D4C3-4204-9E3A-7635837CA9DE}"/>
    <dgm:cxn modelId="{430E0D4A-4F06-459C-8A9F-14BE66ACC42F}" srcId="{4AA6D1EB-FCA6-4C1C-A95A-C1E2E94E424E}" destId="{8FCC7B80-0EFE-41B7-AA05-D2B09B42AA8B}" srcOrd="1" destOrd="0" parTransId="{E130A256-F335-46B8-8BFB-6A53CF66A201}" sibTransId="{3F48B74B-43E4-4B3D-8AC5-A310CD83E523}"/>
    <dgm:cxn modelId="{0EF37D6F-CF86-494C-B4D9-2678B057D767}" type="presOf" srcId="{4262C269-79DA-4D60-A5C5-75F077F562B0}" destId="{12B11E7E-3757-441B-96EA-307EB78DD374}" srcOrd="0" destOrd="0" presId="urn:microsoft.com/office/officeart/2005/8/layout/hierarchy2"/>
    <dgm:cxn modelId="{46658D51-FC5D-4E6E-A11C-0492C345536E}" srcId="{81F636DF-BD48-41F2-917E-F978106AF472}" destId="{884C2668-C9D1-4447-8553-EAE59DBCEB92}" srcOrd="0" destOrd="0" parTransId="{4262C269-79DA-4D60-A5C5-75F077F562B0}" sibTransId="{DF25C692-F631-401E-86CA-70D85EF12B58}"/>
    <dgm:cxn modelId="{0ECBB884-4F1C-47C8-947F-567ED21FDDAB}" srcId="{E7E2085E-5D37-446C-8F80-5242597B0BAD}" destId="{81F636DF-BD48-41F2-917E-F978106AF472}" srcOrd="0" destOrd="0" parTransId="{B30B0FE9-29B3-49C9-891D-5A3C4D97D85B}" sibTransId="{C6AB57C6-4877-4670-B2CD-AAD2E9E5F1F7}"/>
    <dgm:cxn modelId="{E4CB9A8D-8333-44A2-9548-99643C17BA55}" type="presOf" srcId="{E7E2085E-5D37-446C-8F80-5242597B0BAD}" destId="{6BAAA940-423B-4307-8529-B9D5872AAB6E}" srcOrd="0" destOrd="0" presId="urn:microsoft.com/office/officeart/2005/8/layout/hierarchy2"/>
    <dgm:cxn modelId="{CA80229A-34A9-4889-9DE6-FE4F2670CBCE}" type="presOf" srcId="{CC6875D8-7206-48C8-ACFD-71EE354D0EE9}" destId="{2B59C3C9-393F-4BA2-8E17-B0B90402E124}" srcOrd="1" destOrd="0" presId="urn:microsoft.com/office/officeart/2005/8/layout/hierarchy2"/>
    <dgm:cxn modelId="{374E4EA8-2501-47D5-AD44-AAF1B5A5C112}" type="presOf" srcId="{8FCC7B80-0EFE-41B7-AA05-D2B09B42AA8B}" destId="{3C523622-8087-4328-8816-358BD01F5335}" srcOrd="0" destOrd="0" presId="urn:microsoft.com/office/officeart/2005/8/layout/hierarchy2"/>
    <dgm:cxn modelId="{E39220AB-46ED-44B8-A9E5-BB2929BFF334}" type="presOf" srcId="{4AA6D1EB-FCA6-4C1C-A95A-C1E2E94E424E}" destId="{9195C5CA-1723-4B35-921B-B6FD75B8463A}" srcOrd="0" destOrd="0" presId="urn:microsoft.com/office/officeart/2005/8/layout/hierarchy2"/>
    <dgm:cxn modelId="{1DA3C3B8-7E0A-4A36-B84C-81FA5C06066E}" type="presOf" srcId="{E130A256-F335-46B8-8BFB-6A53CF66A201}" destId="{86B74C3B-C9E3-47FD-84D7-6508E8D54F06}" srcOrd="0" destOrd="0" presId="urn:microsoft.com/office/officeart/2005/8/layout/hierarchy2"/>
    <dgm:cxn modelId="{46007FC0-4D97-431A-B79B-ADDB3D54AE31}" srcId="{81F636DF-BD48-41F2-917E-F978106AF472}" destId="{4AA6D1EB-FCA6-4C1C-A95A-C1E2E94E424E}" srcOrd="1" destOrd="0" parTransId="{FCE2267F-C4B4-4CA2-A390-E60038C3EF0F}" sibTransId="{720622E3-586C-47B6-A30C-860586F82B32}"/>
    <dgm:cxn modelId="{EFBEABE2-085E-4D90-81FD-BF3B23F7D6ED}" type="presOf" srcId="{FCE2267F-C4B4-4CA2-A390-E60038C3EF0F}" destId="{B1F8E8DC-E0F4-4218-9EE2-5B198FE2D4B1}" srcOrd="0" destOrd="0" presId="urn:microsoft.com/office/officeart/2005/8/layout/hierarchy2"/>
    <dgm:cxn modelId="{D2EFB6F1-FEAE-4FD5-9027-72AD1E6BCD89}" type="presOf" srcId="{E130A256-F335-46B8-8BFB-6A53CF66A201}" destId="{4B1DB815-1B94-4818-ADD0-27D90889C060}" srcOrd="1" destOrd="0" presId="urn:microsoft.com/office/officeart/2005/8/layout/hierarchy2"/>
    <dgm:cxn modelId="{57D212F7-A84C-4229-9901-802B29E5F430}" type="presOf" srcId="{CC6875D8-7206-48C8-ACFD-71EE354D0EE9}" destId="{274DC0AE-5751-47A0-9A65-959138AFDA37}" srcOrd="0" destOrd="0" presId="urn:microsoft.com/office/officeart/2005/8/layout/hierarchy2"/>
    <dgm:cxn modelId="{1D6909FC-8911-4A82-B6F3-59CECAAF5384}" type="presOf" srcId="{4262C269-79DA-4D60-A5C5-75F077F562B0}" destId="{FC96CDE0-08E0-42BA-934E-3726C68CA4EF}" srcOrd="1" destOrd="0" presId="urn:microsoft.com/office/officeart/2005/8/layout/hierarchy2"/>
    <dgm:cxn modelId="{6D47B1FE-10C3-4F3A-9849-0CA1CC1DFCA8}" type="presOf" srcId="{6F87D7EC-E484-4FC3-8E27-1BDD228F0669}" destId="{A15CCF7C-DA68-4860-9CB4-011FB7487AE6}" srcOrd="1" destOrd="0" presId="urn:microsoft.com/office/officeart/2005/8/layout/hierarchy2"/>
    <dgm:cxn modelId="{ABC21768-88D3-46C8-BC6F-F60F6B29EBD4}" type="presParOf" srcId="{6BAAA940-423B-4307-8529-B9D5872AAB6E}" destId="{C9440E9D-64F1-43A6-BED0-4DD4E2C755D9}" srcOrd="0" destOrd="0" presId="urn:microsoft.com/office/officeart/2005/8/layout/hierarchy2"/>
    <dgm:cxn modelId="{8CD5B9B1-6104-4857-BD0C-14B01CCEE288}" type="presParOf" srcId="{C9440E9D-64F1-43A6-BED0-4DD4E2C755D9}" destId="{8A6E0214-C751-409B-8477-6900298CCC53}" srcOrd="0" destOrd="0" presId="urn:microsoft.com/office/officeart/2005/8/layout/hierarchy2"/>
    <dgm:cxn modelId="{6F0C9AEA-533C-482A-B426-4AAC0B69B5BB}" type="presParOf" srcId="{C9440E9D-64F1-43A6-BED0-4DD4E2C755D9}" destId="{D4732972-0BC9-4CE2-BA7F-561B6EDD514B}" srcOrd="1" destOrd="0" presId="urn:microsoft.com/office/officeart/2005/8/layout/hierarchy2"/>
    <dgm:cxn modelId="{005C1171-6427-4885-91ED-9281E6FDE89F}" type="presParOf" srcId="{D4732972-0BC9-4CE2-BA7F-561B6EDD514B}" destId="{12B11E7E-3757-441B-96EA-307EB78DD374}" srcOrd="0" destOrd="0" presId="urn:microsoft.com/office/officeart/2005/8/layout/hierarchy2"/>
    <dgm:cxn modelId="{BBC8A968-C06D-4A82-B8E4-57916D034D78}" type="presParOf" srcId="{12B11E7E-3757-441B-96EA-307EB78DD374}" destId="{FC96CDE0-08E0-42BA-934E-3726C68CA4EF}" srcOrd="0" destOrd="0" presId="urn:microsoft.com/office/officeart/2005/8/layout/hierarchy2"/>
    <dgm:cxn modelId="{4CA6230B-548A-49EC-8A18-5D881487E164}" type="presParOf" srcId="{D4732972-0BC9-4CE2-BA7F-561B6EDD514B}" destId="{A73D5185-16F4-428B-A8CF-33FED371B7BA}" srcOrd="1" destOrd="0" presId="urn:microsoft.com/office/officeart/2005/8/layout/hierarchy2"/>
    <dgm:cxn modelId="{6566701A-B8E9-4993-BA3F-C644136337AB}" type="presParOf" srcId="{A73D5185-16F4-428B-A8CF-33FED371B7BA}" destId="{74FE4BD6-0C8F-40BD-83F6-C6C888E601DC}" srcOrd="0" destOrd="0" presId="urn:microsoft.com/office/officeart/2005/8/layout/hierarchy2"/>
    <dgm:cxn modelId="{E75E19A0-3F7C-4B42-8C4D-8CAD13E6AF7F}" type="presParOf" srcId="{A73D5185-16F4-428B-A8CF-33FED371B7BA}" destId="{411A73B8-E2F2-4D48-8F7F-65FB983781F9}" srcOrd="1" destOrd="0" presId="urn:microsoft.com/office/officeart/2005/8/layout/hierarchy2"/>
    <dgm:cxn modelId="{8C87E04E-38A2-4686-9781-8D0EAA83ECE3}" type="presParOf" srcId="{411A73B8-E2F2-4D48-8F7F-65FB983781F9}" destId="{274DC0AE-5751-47A0-9A65-959138AFDA37}" srcOrd="0" destOrd="0" presId="urn:microsoft.com/office/officeart/2005/8/layout/hierarchy2"/>
    <dgm:cxn modelId="{32E245A2-85D9-4057-BB47-C0DF6E2DD7F4}" type="presParOf" srcId="{274DC0AE-5751-47A0-9A65-959138AFDA37}" destId="{2B59C3C9-393F-4BA2-8E17-B0B90402E124}" srcOrd="0" destOrd="0" presId="urn:microsoft.com/office/officeart/2005/8/layout/hierarchy2"/>
    <dgm:cxn modelId="{520E04BE-848E-4FB3-8164-EEF0D8A2C311}" type="presParOf" srcId="{411A73B8-E2F2-4D48-8F7F-65FB983781F9}" destId="{E6C77786-5247-40DF-891A-32401F06DA9E}" srcOrd="1" destOrd="0" presId="urn:microsoft.com/office/officeart/2005/8/layout/hierarchy2"/>
    <dgm:cxn modelId="{3557A055-50BD-4679-91D4-77D1AB7509ED}" type="presParOf" srcId="{E6C77786-5247-40DF-891A-32401F06DA9E}" destId="{1B7F0C44-4DEE-4E35-B1D5-CAA5740B561F}" srcOrd="0" destOrd="0" presId="urn:microsoft.com/office/officeart/2005/8/layout/hierarchy2"/>
    <dgm:cxn modelId="{12BF0FED-0754-405A-8AAD-88F2EE17E5D5}" type="presParOf" srcId="{E6C77786-5247-40DF-891A-32401F06DA9E}" destId="{7F954ADB-0DE1-47F9-AA19-E5C8B8FEEF7A}" srcOrd="1" destOrd="0" presId="urn:microsoft.com/office/officeart/2005/8/layout/hierarchy2"/>
    <dgm:cxn modelId="{1412E748-1AEC-46D9-89FC-137436CC9215}" type="presParOf" srcId="{D4732972-0BC9-4CE2-BA7F-561B6EDD514B}" destId="{B1F8E8DC-E0F4-4218-9EE2-5B198FE2D4B1}" srcOrd="2" destOrd="0" presId="urn:microsoft.com/office/officeart/2005/8/layout/hierarchy2"/>
    <dgm:cxn modelId="{9C1408FB-A16F-469D-9A75-6CB64B166C01}" type="presParOf" srcId="{B1F8E8DC-E0F4-4218-9EE2-5B198FE2D4B1}" destId="{8102245E-0B08-4004-B575-758236365145}" srcOrd="0" destOrd="0" presId="urn:microsoft.com/office/officeart/2005/8/layout/hierarchy2"/>
    <dgm:cxn modelId="{7794D6ED-69BD-4532-84F6-F3FCF253FDE1}" type="presParOf" srcId="{D4732972-0BC9-4CE2-BA7F-561B6EDD514B}" destId="{032C62B2-CA5A-42DC-B17C-0CCC48D26FE7}" srcOrd="3" destOrd="0" presId="urn:microsoft.com/office/officeart/2005/8/layout/hierarchy2"/>
    <dgm:cxn modelId="{2C7FD8DC-1AE7-4C49-B76C-718421EC9F36}" type="presParOf" srcId="{032C62B2-CA5A-42DC-B17C-0CCC48D26FE7}" destId="{9195C5CA-1723-4B35-921B-B6FD75B8463A}" srcOrd="0" destOrd="0" presId="urn:microsoft.com/office/officeart/2005/8/layout/hierarchy2"/>
    <dgm:cxn modelId="{8743B495-0786-4F97-AB71-096AB7D4E6FA}" type="presParOf" srcId="{032C62B2-CA5A-42DC-B17C-0CCC48D26FE7}" destId="{E40BE111-32C3-48FE-9B16-D42F75C82C44}" srcOrd="1" destOrd="0" presId="urn:microsoft.com/office/officeart/2005/8/layout/hierarchy2"/>
    <dgm:cxn modelId="{07E65AF0-CD53-4357-8BB4-ACF70AE93AB2}" type="presParOf" srcId="{E40BE111-32C3-48FE-9B16-D42F75C82C44}" destId="{D05B08F7-317B-4834-8129-756023548E87}" srcOrd="0" destOrd="0" presId="urn:microsoft.com/office/officeart/2005/8/layout/hierarchy2"/>
    <dgm:cxn modelId="{3CA72082-6685-4B16-991C-55B7A2C544C2}" type="presParOf" srcId="{D05B08F7-317B-4834-8129-756023548E87}" destId="{A15CCF7C-DA68-4860-9CB4-011FB7487AE6}" srcOrd="0" destOrd="0" presId="urn:microsoft.com/office/officeart/2005/8/layout/hierarchy2"/>
    <dgm:cxn modelId="{6C23824F-6456-45A5-9F56-4B11054371E9}" type="presParOf" srcId="{E40BE111-32C3-48FE-9B16-D42F75C82C44}" destId="{BAA4FB88-BACD-4724-A8B1-884620BF8356}" srcOrd="1" destOrd="0" presId="urn:microsoft.com/office/officeart/2005/8/layout/hierarchy2"/>
    <dgm:cxn modelId="{38F1E430-1753-48BF-A294-3955B09A9122}" type="presParOf" srcId="{BAA4FB88-BACD-4724-A8B1-884620BF8356}" destId="{145AC5BA-344E-4B2C-8286-641644FC215D}" srcOrd="0" destOrd="0" presId="urn:microsoft.com/office/officeart/2005/8/layout/hierarchy2"/>
    <dgm:cxn modelId="{1E638408-602A-4614-851A-CF28AF5A43A2}" type="presParOf" srcId="{BAA4FB88-BACD-4724-A8B1-884620BF8356}" destId="{CC31D487-94AA-4231-AA15-5B16F9999564}" srcOrd="1" destOrd="0" presId="urn:microsoft.com/office/officeart/2005/8/layout/hierarchy2"/>
    <dgm:cxn modelId="{084BB3EE-649A-459E-91F1-CC28E433ECB3}" type="presParOf" srcId="{E40BE111-32C3-48FE-9B16-D42F75C82C44}" destId="{86B74C3B-C9E3-47FD-84D7-6508E8D54F06}" srcOrd="2" destOrd="0" presId="urn:microsoft.com/office/officeart/2005/8/layout/hierarchy2"/>
    <dgm:cxn modelId="{234D327C-45F7-402E-8B6A-D28FDECA275D}" type="presParOf" srcId="{86B74C3B-C9E3-47FD-84D7-6508E8D54F06}" destId="{4B1DB815-1B94-4818-ADD0-27D90889C060}" srcOrd="0" destOrd="0" presId="urn:microsoft.com/office/officeart/2005/8/layout/hierarchy2"/>
    <dgm:cxn modelId="{7B984208-E45C-49C2-ADAB-92FB2A25B210}" type="presParOf" srcId="{E40BE111-32C3-48FE-9B16-D42F75C82C44}" destId="{94DB2086-5AC4-4F4E-9F80-D979A26D330D}" srcOrd="3" destOrd="0" presId="urn:microsoft.com/office/officeart/2005/8/layout/hierarchy2"/>
    <dgm:cxn modelId="{00B61482-0986-4B6A-A6DB-F8503ACB691D}" type="presParOf" srcId="{94DB2086-5AC4-4F4E-9F80-D979A26D330D}" destId="{3C523622-8087-4328-8816-358BD01F5335}" srcOrd="0" destOrd="0" presId="urn:microsoft.com/office/officeart/2005/8/layout/hierarchy2"/>
    <dgm:cxn modelId="{8015A3C0-6151-4239-9DF7-CAF203D36C51}" type="presParOf" srcId="{94DB2086-5AC4-4F4E-9F80-D979A26D330D}" destId="{A2D1C69A-26D2-4BE3-A08F-A99E2A59801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373120-EB7C-4831-A806-AEEF641E3CC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10885B00-3C0C-4152-A1F0-CEDA772A0340}">
      <dgm:prSet phldrT="[Texto]"/>
      <dgm:spPr/>
      <dgm:t>
        <a:bodyPr/>
        <a:lstStyle/>
        <a:p>
          <a:r>
            <a:rPr lang="es-AR" dirty="0"/>
            <a:t>Bases de Datos Relacionales</a:t>
          </a:r>
        </a:p>
      </dgm:t>
    </dgm:pt>
    <dgm:pt modelId="{8840ACDC-FD70-450E-8210-C0D43C511695}" type="parTrans" cxnId="{1D0E090C-810D-4FEC-9F13-1B6282FF72FD}">
      <dgm:prSet/>
      <dgm:spPr/>
      <dgm:t>
        <a:bodyPr/>
        <a:lstStyle/>
        <a:p>
          <a:endParaRPr lang="es-AR"/>
        </a:p>
      </dgm:t>
    </dgm:pt>
    <dgm:pt modelId="{3FD3507A-FA15-460C-9F7A-917F8987CF85}" type="sibTrans" cxnId="{1D0E090C-810D-4FEC-9F13-1B6282FF72FD}">
      <dgm:prSet/>
      <dgm:spPr/>
      <dgm:t>
        <a:bodyPr/>
        <a:lstStyle/>
        <a:p>
          <a:endParaRPr lang="es-AR"/>
        </a:p>
      </dgm:t>
    </dgm:pt>
    <dgm:pt modelId="{ABD5EE35-1420-4FDC-9FA2-AE3F85FB45B8}">
      <dgm:prSet phldrT="[Texto]"/>
      <dgm:spPr/>
      <dgm:t>
        <a:bodyPr/>
        <a:lstStyle/>
        <a:p>
          <a:r>
            <a:rPr lang="es-AR" dirty="0"/>
            <a:t>Bases de Datos Orientadas a Objetos</a:t>
          </a:r>
        </a:p>
      </dgm:t>
    </dgm:pt>
    <dgm:pt modelId="{F6B4FD55-DF7A-4322-89E2-25B7166318E0}" type="parTrans" cxnId="{844F5B57-B951-4AA4-A7F4-CD52D1DAFF44}">
      <dgm:prSet/>
      <dgm:spPr/>
      <dgm:t>
        <a:bodyPr/>
        <a:lstStyle/>
        <a:p>
          <a:endParaRPr lang="es-AR"/>
        </a:p>
      </dgm:t>
    </dgm:pt>
    <dgm:pt modelId="{43760162-9653-4843-99CB-85FB9A734613}" type="sibTrans" cxnId="{844F5B57-B951-4AA4-A7F4-CD52D1DAFF44}">
      <dgm:prSet/>
      <dgm:spPr/>
      <dgm:t>
        <a:bodyPr/>
        <a:lstStyle/>
        <a:p>
          <a:endParaRPr lang="es-AR"/>
        </a:p>
      </dgm:t>
    </dgm:pt>
    <dgm:pt modelId="{894CA198-E6B8-4E4B-AF65-C0923421F094}">
      <dgm:prSet phldrT="[Texto]"/>
      <dgm:spPr/>
      <dgm:t>
        <a:bodyPr/>
        <a:lstStyle/>
        <a:p>
          <a:r>
            <a:rPr lang="es-AR" dirty="0"/>
            <a:t>Bases de Datos No Relacionales</a:t>
          </a:r>
        </a:p>
      </dgm:t>
    </dgm:pt>
    <dgm:pt modelId="{979B3894-7656-47B9-BCB9-17250CB02CE1}" type="parTrans" cxnId="{DB359EE8-BA98-42BA-8192-224CA05B21CF}">
      <dgm:prSet/>
      <dgm:spPr/>
      <dgm:t>
        <a:bodyPr/>
        <a:lstStyle/>
        <a:p>
          <a:endParaRPr lang="es-AR"/>
        </a:p>
      </dgm:t>
    </dgm:pt>
    <dgm:pt modelId="{3FD8036F-ADA0-4C8E-93F4-22D92953E1A1}" type="sibTrans" cxnId="{DB359EE8-BA98-42BA-8192-224CA05B21CF}">
      <dgm:prSet/>
      <dgm:spPr/>
      <dgm:t>
        <a:bodyPr/>
        <a:lstStyle/>
        <a:p>
          <a:endParaRPr lang="es-AR"/>
        </a:p>
      </dgm:t>
    </dgm:pt>
    <dgm:pt modelId="{6E905C7C-988B-4FBD-A884-35A2A6662D43}">
      <dgm:prSet phldrT="[Texto]"/>
      <dgm:spPr/>
      <dgm:t>
        <a:bodyPr/>
        <a:lstStyle/>
        <a:p>
          <a:r>
            <a:rPr lang="es-AR" dirty="0"/>
            <a:t>Bases de Datos Distribuidas</a:t>
          </a:r>
        </a:p>
      </dgm:t>
    </dgm:pt>
    <dgm:pt modelId="{36777DAA-F544-40F6-83A9-E090E9EDCA22}" type="parTrans" cxnId="{9C349B33-CDBE-43F6-8A4A-835B0B1B69C4}">
      <dgm:prSet/>
      <dgm:spPr/>
      <dgm:t>
        <a:bodyPr/>
        <a:lstStyle/>
        <a:p>
          <a:endParaRPr lang="es-AR"/>
        </a:p>
      </dgm:t>
    </dgm:pt>
    <dgm:pt modelId="{54087AF9-CD9B-4072-9B18-D000FFAFC06B}" type="sibTrans" cxnId="{9C349B33-CDBE-43F6-8A4A-835B0B1B69C4}">
      <dgm:prSet/>
      <dgm:spPr/>
      <dgm:t>
        <a:bodyPr/>
        <a:lstStyle/>
        <a:p>
          <a:endParaRPr lang="es-AR"/>
        </a:p>
      </dgm:t>
    </dgm:pt>
    <dgm:pt modelId="{8170CC2F-E3D8-4734-BD56-18F1242D06CC}">
      <dgm:prSet phldrT="[Texto]"/>
      <dgm:spPr>
        <a:solidFill>
          <a:srgbClr val="00B050"/>
        </a:solidFill>
      </dgm:spPr>
      <dgm:t>
        <a:bodyPr/>
        <a:lstStyle/>
        <a:p>
          <a:r>
            <a:rPr lang="es-AR" dirty="0"/>
            <a:t>Big Data</a:t>
          </a:r>
        </a:p>
      </dgm:t>
    </dgm:pt>
    <dgm:pt modelId="{C3ADDDD6-19B1-4142-9BEA-370FA26A2C5A}" type="parTrans" cxnId="{AAC4C4C7-6C9D-4B58-ABB8-B2EDBF8FCD28}">
      <dgm:prSet/>
      <dgm:spPr/>
      <dgm:t>
        <a:bodyPr/>
        <a:lstStyle/>
        <a:p>
          <a:endParaRPr lang="es-AR"/>
        </a:p>
      </dgm:t>
    </dgm:pt>
    <dgm:pt modelId="{238F1630-C4A9-488D-8DD0-EE31B1E5EF72}" type="sibTrans" cxnId="{AAC4C4C7-6C9D-4B58-ABB8-B2EDBF8FCD28}">
      <dgm:prSet/>
      <dgm:spPr/>
      <dgm:t>
        <a:bodyPr/>
        <a:lstStyle/>
        <a:p>
          <a:endParaRPr lang="es-AR"/>
        </a:p>
      </dgm:t>
    </dgm:pt>
    <dgm:pt modelId="{50ABBAB8-6210-4737-B450-045686C680DA}">
      <dgm:prSet phldrT="[Texto]"/>
      <dgm:spPr/>
      <dgm:t>
        <a:bodyPr/>
        <a:lstStyle/>
        <a:p>
          <a:r>
            <a:rPr lang="es-AR" dirty="0"/>
            <a:t>Bases de Datos Jerárquicas</a:t>
          </a:r>
        </a:p>
      </dgm:t>
    </dgm:pt>
    <dgm:pt modelId="{30C1371B-EA54-4D03-95A8-506EC56F3C55}" type="parTrans" cxnId="{F3099129-2027-4C75-A9A0-DC250888A08D}">
      <dgm:prSet/>
      <dgm:spPr/>
      <dgm:t>
        <a:bodyPr/>
        <a:lstStyle/>
        <a:p>
          <a:endParaRPr lang="es-AR"/>
        </a:p>
      </dgm:t>
    </dgm:pt>
    <dgm:pt modelId="{B60E7B9F-2417-456A-B5BD-BA797D7ACBF2}" type="sibTrans" cxnId="{F3099129-2027-4C75-A9A0-DC250888A08D}">
      <dgm:prSet/>
      <dgm:spPr/>
      <dgm:t>
        <a:bodyPr/>
        <a:lstStyle/>
        <a:p>
          <a:endParaRPr lang="es-AR"/>
        </a:p>
      </dgm:t>
    </dgm:pt>
    <dgm:pt modelId="{0711F75C-49D0-48FC-A0E7-C52BC919FF4D}">
      <dgm:prSet phldrT="[Texto]"/>
      <dgm:spPr/>
      <dgm:t>
        <a:bodyPr/>
        <a:lstStyle/>
        <a:p>
          <a:r>
            <a:rPr lang="es-AR" dirty="0"/>
            <a:t>Bases de Datos de Red</a:t>
          </a:r>
        </a:p>
      </dgm:t>
    </dgm:pt>
    <dgm:pt modelId="{30FE6437-8EB7-4F49-9988-D21CB23FC696}" type="parTrans" cxnId="{2F4D137C-FBA1-4143-B9BA-31919AF563DD}">
      <dgm:prSet/>
      <dgm:spPr/>
      <dgm:t>
        <a:bodyPr/>
        <a:lstStyle/>
        <a:p>
          <a:endParaRPr lang="es-AR"/>
        </a:p>
      </dgm:t>
    </dgm:pt>
    <dgm:pt modelId="{B5A54073-AF41-4780-9EBF-E46843954BDB}" type="sibTrans" cxnId="{2F4D137C-FBA1-4143-B9BA-31919AF563DD}">
      <dgm:prSet/>
      <dgm:spPr/>
      <dgm:t>
        <a:bodyPr/>
        <a:lstStyle/>
        <a:p>
          <a:endParaRPr lang="es-AR"/>
        </a:p>
      </dgm:t>
    </dgm:pt>
    <dgm:pt modelId="{52A8EDE6-C3BD-4BF3-9712-59E13D04321B}" type="pres">
      <dgm:prSet presAssocID="{F3373120-EB7C-4831-A806-AEEF641E3CCC}" presName="diagram" presStyleCnt="0">
        <dgm:presLayoutVars>
          <dgm:dir/>
          <dgm:resizeHandles val="exact"/>
        </dgm:presLayoutVars>
      </dgm:prSet>
      <dgm:spPr/>
    </dgm:pt>
    <dgm:pt modelId="{0F46BCA1-1B4A-43E0-B4E9-23664672E31D}" type="pres">
      <dgm:prSet presAssocID="{10885B00-3C0C-4152-A1F0-CEDA772A0340}" presName="node" presStyleLbl="node1" presStyleIdx="0" presStyleCnt="7">
        <dgm:presLayoutVars>
          <dgm:bulletEnabled val="1"/>
        </dgm:presLayoutVars>
      </dgm:prSet>
      <dgm:spPr/>
    </dgm:pt>
    <dgm:pt modelId="{C40D6B80-7E32-4268-A5BC-5F46CEFE1451}" type="pres">
      <dgm:prSet presAssocID="{3FD3507A-FA15-460C-9F7A-917F8987CF85}" presName="sibTrans" presStyleCnt="0"/>
      <dgm:spPr/>
    </dgm:pt>
    <dgm:pt modelId="{681A9F3D-E4C8-4274-A2AB-046A123777DF}" type="pres">
      <dgm:prSet presAssocID="{ABD5EE35-1420-4FDC-9FA2-AE3F85FB45B8}" presName="node" presStyleLbl="node1" presStyleIdx="1" presStyleCnt="7">
        <dgm:presLayoutVars>
          <dgm:bulletEnabled val="1"/>
        </dgm:presLayoutVars>
      </dgm:prSet>
      <dgm:spPr/>
    </dgm:pt>
    <dgm:pt modelId="{4D0AE6B1-03CB-4134-933E-5A0CF57DD1D2}" type="pres">
      <dgm:prSet presAssocID="{43760162-9653-4843-99CB-85FB9A734613}" presName="sibTrans" presStyleCnt="0"/>
      <dgm:spPr/>
    </dgm:pt>
    <dgm:pt modelId="{8DDDE81B-8DA4-4B50-9962-5791995F57EC}" type="pres">
      <dgm:prSet presAssocID="{894CA198-E6B8-4E4B-AF65-C0923421F094}" presName="node" presStyleLbl="node1" presStyleIdx="2" presStyleCnt="7">
        <dgm:presLayoutVars>
          <dgm:bulletEnabled val="1"/>
        </dgm:presLayoutVars>
      </dgm:prSet>
      <dgm:spPr/>
    </dgm:pt>
    <dgm:pt modelId="{B76C6964-FAFB-43A7-8BBD-0FF28AF33661}" type="pres">
      <dgm:prSet presAssocID="{3FD8036F-ADA0-4C8E-93F4-22D92953E1A1}" presName="sibTrans" presStyleCnt="0"/>
      <dgm:spPr/>
    </dgm:pt>
    <dgm:pt modelId="{726E4165-E520-44C6-9E9B-DCCA5C6B2FF6}" type="pres">
      <dgm:prSet presAssocID="{6E905C7C-988B-4FBD-A884-35A2A6662D43}" presName="node" presStyleLbl="node1" presStyleIdx="3" presStyleCnt="7">
        <dgm:presLayoutVars>
          <dgm:bulletEnabled val="1"/>
        </dgm:presLayoutVars>
      </dgm:prSet>
      <dgm:spPr/>
    </dgm:pt>
    <dgm:pt modelId="{CC369D4B-E7D5-4732-8504-A2499B81A91C}" type="pres">
      <dgm:prSet presAssocID="{54087AF9-CD9B-4072-9B18-D000FFAFC06B}" presName="sibTrans" presStyleCnt="0"/>
      <dgm:spPr/>
    </dgm:pt>
    <dgm:pt modelId="{3547C2BC-E4AD-422E-8617-31E2928DA269}" type="pres">
      <dgm:prSet presAssocID="{50ABBAB8-6210-4737-B450-045686C680DA}" presName="node" presStyleLbl="node1" presStyleIdx="4" presStyleCnt="7">
        <dgm:presLayoutVars>
          <dgm:bulletEnabled val="1"/>
        </dgm:presLayoutVars>
      </dgm:prSet>
      <dgm:spPr/>
    </dgm:pt>
    <dgm:pt modelId="{1BD97623-B26E-497C-B66A-32004D7EFB3F}" type="pres">
      <dgm:prSet presAssocID="{B60E7B9F-2417-456A-B5BD-BA797D7ACBF2}" presName="sibTrans" presStyleCnt="0"/>
      <dgm:spPr/>
    </dgm:pt>
    <dgm:pt modelId="{DED6958A-71E4-4FA8-9442-F9F160EFD0B9}" type="pres">
      <dgm:prSet presAssocID="{0711F75C-49D0-48FC-A0E7-C52BC919FF4D}" presName="node" presStyleLbl="node1" presStyleIdx="5" presStyleCnt="7">
        <dgm:presLayoutVars>
          <dgm:bulletEnabled val="1"/>
        </dgm:presLayoutVars>
      </dgm:prSet>
      <dgm:spPr/>
    </dgm:pt>
    <dgm:pt modelId="{CA99F2E3-03A6-474F-BC7C-053E39D8D8BF}" type="pres">
      <dgm:prSet presAssocID="{B5A54073-AF41-4780-9EBF-E46843954BDB}" presName="sibTrans" presStyleCnt="0"/>
      <dgm:spPr/>
    </dgm:pt>
    <dgm:pt modelId="{DBC32B91-4A88-4962-8FD3-37B0650511B0}" type="pres">
      <dgm:prSet presAssocID="{8170CC2F-E3D8-4734-BD56-18F1242D06CC}" presName="node" presStyleLbl="node1" presStyleIdx="6" presStyleCnt="7">
        <dgm:presLayoutVars>
          <dgm:bulletEnabled val="1"/>
        </dgm:presLayoutVars>
      </dgm:prSet>
      <dgm:spPr/>
    </dgm:pt>
  </dgm:ptLst>
  <dgm:cxnLst>
    <dgm:cxn modelId="{5B406400-0C41-4040-8811-1F9598E26FFC}" type="presOf" srcId="{10885B00-3C0C-4152-A1F0-CEDA772A0340}" destId="{0F46BCA1-1B4A-43E0-B4E9-23664672E31D}" srcOrd="0" destOrd="0" presId="urn:microsoft.com/office/officeart/2005/8/layout/default"/>
    <dgm:cxn modelId="{1D0E090C-810D-4FEC-9F13-1B6282FF72FD}" srcId="{F3373120-EB7C-4831-A806-AEEF641E3CCC}" destId="{10885B00-3C0C-4152-A1F0-CEDA772A0340}" srcOrd="0" destOrd="0" parTransId="{8840ACDC-FD70-450E-8210-C0D43C511695}" sibTransId="{3FD3507A-FA15-460C-9F7A-917F8987CF85}"/>
    <dgm:cxn modelId="{616BF513-22F7-4981-99B4-8768E0287FB2}" type="presOf" srcId="{F3373120-EB7C-4831-A806-AEEF641E3CCC}" destId="{52A8EDE6-C3BD-4BF3-9712-59E13D04321B}" srcOrd="0" destOrd="0" presId="urn:microsoft.com/office/officeart/2005/8/layout/default"/>
    <dgm:cxn modelId="{F3099129-2027-4C75-A9A0-DC250888A08D}" srcId="{F3373120-EB7C-4831-A806-AEEF641E3CCC}" destId="{50ABBAB8-6210-4737-B450-045686C680DA}" srcOrd="4" destOrd="0" parTransId="{30C1371B-EA54-4D03-95A8-506EC56F3C55}" sibTransId="{B60E7B9F-2417-456A-B5BD-BA797D7ACBF2}"/>
    <dgm:cxn modelId="{9C349B33-CDBE-43F6-8A4A-835B0B1B69C4}" srcId="{F3373120-EB7C-4831-A806-AEEF641E3CCC}" destId="{6E905C7C-988B-4FBD-A884-35A2A6662D43}" srcOrd="3" destOrd="0" parTransId="{36777DAA-F544-40F6-83A9-E090E9EDCA22}" sibTransId="{54087AF9-CD9B-4072-9B18-D000FFAFC06B}"/>
    <dgm:cxn modelId="{1F7ED03C-0EA6-411F-A7FA-903C77CCA26D}" type="presOf" srcId="{ABD5EE35-1420-4FDC-9FA2-AE3F85FB45B8}" destId="{681A9F3D-E4C8-4274-A2AB-046A123777DF}" srcOrd="0" destOrd="0" presId="urn:microsoft.com/office/officeart/2005/8/layout/default"/>
    <dgm:cxn modelId="{016A8562-E5E6-44FF-983D-E2A2E4627B87}" type="presOf" srcId="{50ABBAB8-6210-4737-B450-045686C680DA}" destId="{3547C2BC-E4AD-422E-8617-31E2928DA269}" srcOrd="0" destOrd="0" presId="urn:microsoft.com/office/officeart/2005/8/layout/default"/>
    <dgm:cxn modelId="{FC820B65-E7F4-4835-919D-9EC3815BB94C}" type="presOf" srcId="{0711F75C-49D0-48FC-A0E7-C52BC919FF4D}" destId="{DED6958A-71E4-4FA8-9442-F9F160EFD0B9}" srcOrd="0" destOrd="0" presId="urn:microsoft.com/office/officeart/2005/8/layout/default"/>
    <dgm:cxn modelId="{844F5B57-B951-4AA4-A7F4-CD52D1DAFF44}" srcId="{F3373120-EB7C-4831-A806-AEEF641E3CCC}" destId="{ABD5EE35-1420-4FDC-9FA2-AE3F85FB45B8}" srcOrd="1" destOrd="0" parTransId="{F6B4FD55-DF7A-4322-89E2-25B7166318E0}" sibTransId="{43760162-9653-4843-99CB-85FB9A734613}"/>
    <dgm:cxn modelId="{2F4D137C-FBA1-4143-B9BA-31919AF563DD}" srcId="{F3373120-EB7C-4831-A806-AEEF641E3CCC}" destId="{0711F75C-49D0-48FC-A0E7-C52BC919FF4D}" srcOrd="5" destOrd="0" parTransId="{30FE6437-8EB7-4F49-9988-D21CB23FC696}" sibTransId="{B5A54073-AF41-4780-9EBF-E46843954BDB}"/>
    <dgm:cxn modelId="{E8CEFDA3-AE22-4B57-98BE-2B402849C3E4}" type="presOf" srcId="{894CA198-E6B8-4E4B-AF65-C0923421F094}" destId="{8DDDE81B-8DA4-4B50-9962-5791995F57EC}" srcOrd="0" destOrd="0" presId="urn:microsoft.com/office/officeart/2005/8/layout/default"/>
    <dgm:cxn modelId="{612074B8-731D-4215-AE3D-62EAA3FE0392}" type="presOf" srcId="{6E905C7C-988B-4FBD-A884-35A2A6662D43}" destId="{726E4165-E520-44C6-9E9B-DCCA5C6B2FF6}" srcOrd="0" destOrd="0" presId="urn:microsoft.com/office/officeart/2005/8/layout/default"/>
    <dgm:cxn modelId="{AAC4C4C7-6C9D-4B58-ABB8-B2EDBF8FCD28}" srcId="{F3373120-EB7C-4831-A806-AEEF641E3CCC}" destId="{8170CC2F-E3D8-4734-BD56-18F1242D06CC}" srcOrd="6" destOrd="0" parTransId="{C3ADDDD6-19B1-4142-9BEA-370FA26A2C5A}" sibTransId="{238F1630-C4A9-488D-8DD0-EE31B1E5EF72}"/>
    <dgm:cxn modelId="{8A9C58E4-0F71-4107-A002-43F63129F933}" type="presOf" srcId="{8170CC2F-E3D8-4734-BD56-18F1242D06CC}" destId="{DBC32B91-4A88-4962-8FD3-37B0650511B0}" srcOrd="0" destOrd="0" presId="urn:microsoft.com/office/officeart/2005/8/layout/default"/>
    <dgm:cxn modelId="{DB359EE8-BA98-42BA-8192-224CA05B21CF}" srcId="{F3373120-EB7C-4831-A806-AEEF641E3CCC}" destId="{894CA198-E6B8-4E4B-AF65-C0923421F094}" srcOrd="2" destOrd="0" parTransId="{979B3894-7656-47B9-BCB9-17250CB02CE1}" sibTransId="{3FD8036F-ADA0-4C8E-93F4-22D92953E1A1}"/>
    <dgm:cxn modelId="{69D36A1D-5196-4D16-97C5-253A7FDB082B}" type="presParOf" srcId="{52A8EDE6-C3BD-4BF3-9712-59E13D04321B}" destId="{0F46BCA1-1B4A-43E0-B4E9-23664672E31D}" srcOrd="0" destOrd="0" presId="urn:microsoft.com/office/officeart/2005/8/layout/default"/>
    <dgm:cxn modelId="{D0DD8720-0DDF-48D1-A584-065519AA3FAE}" type="presParOf" srcId="{52A8EDE6-C3BD-4BF3-9712-59E13D04321B}" destId="{C40D6B80-7E32-4268-A5BC-5F46CEFE1451}" srcOrd="1" destOrd="0" presId="urn:microsoft.com/office/officeart/2005/8/layout/default"/>
    <dgm:cxn modelId="{53D7C263-8B52-49EE-AA57-76AA6665CCBB}" type="presParOf" srcId="{52A8EDE6-C3BD-4BF3-9712-59E13D04321B}" destId="{681A9F3D-E4C8-4274-A2AB-046A123777DF}" srcOrd="2" destOrd="0" presId="urn:microsoft.com/office/officeart/2005/8/layout/default"/>
    <dgm:cxn modelId="{47208A90-7F27-4142-A5CF-B6EC16F7060A}" type="presParOf" srcId="{52A8EDE6-C3BD-4BF3-9712-59E13D04321B}" destId="{4D0AE6B1-03CB-4134-933E-5A0CF57DD1D2}" srcOrd="3" destOrd="0" presId="urn:microsoft.com/office/officeart/2005/8/layout/default"/>
    <dgm:cxn modelId="{1649AC0B-91A9-4979-91EB-2EBD4B035892}" type="presParOf" srcId="{52A8EDE6-C3BD-4BF3-9712-59E13D04321B}" destId="{8DDDE81B-8DA4-4B50-9962-5791995F57EC}" srcOrd="4" destOrd="0" presId="urn:microsoft.com/office/officeart/2005/8/layout/default"/>
    <dgm:cxn modelId="{1AB94F73-A106-4083-A87D-4CC840C69039}" type="presParOf" srcId="{52A8EDE6-C3BD-4BF3-9712-59E13D04321B}" destId="{B76C6964-FAFB-43A7-8BBD-0FF28AF33661}" srcOrd="5" destOrd="0" presId="urn:microsoft.com/office/officeart/2005/8/layout/default"/>
    <dgm:cxn modelId="{371F3713-5D90-4C04-85DA-2A2F7A4A40FE}" type="presParOf" srcId="{52A8EDE6-C3BD-4BF3-9712-59E13D04321B}" destId="{726E4165-E520-44C6-9E9B-DCCA5C6B2FF6}" srcOrd="6" destOrd="0" presId="urn:microsoft.com/office/officeart/2005/8/layout/default"/>
    <dgm:cxn modelId="{C60DDA60-3A3B-4E01-B9B0-2BC737DA0B8C}" type="presParOf" srcId="{52A8EDE6-C3BD-4BF3-9712-59E13D04321B}" destId="{CC369D4B-E7D5-4732-8504-A2499B81A91C}" srcOrd="7" destOrd="0" presId="urn:microsoft.com/office/officeart/2005/8/layout/default"/>
    <dgm:cxn modelId="{9175C405-60B7-4F4C-A9E1-B326BA4FA04B}" type="presParOf" srcId="{52A8EDE6-C3BD-4BF3-9712-59E13D04321B}" destId="{3547C2BC-E4AD-422E-8617-31E2928DA269}" srcOrd="8" destOrd="0" presId="urn:microsoft.com/office/officeart/2005/8/layout/default"/>
    <dgm:cxn modelId="{A0549B29-5A5F-4551-85CB-D3CDB36571F0}" type="presParOf" srcId="{52A8EDE6-C3BD-4BF3-9712-59E13D04321B}" destId="{1BD97623-B26E-497C-B66A-32004D7EFB3F}" srcOrd="9" destOrd="0" presId="urn:microsoft.com/office/officeart/2005/8/layout/default"/>
    <dgm:cxn modelId="{A4867271-429C-4914-9680-25659D9B40E0}" type="presParOf" srcId="{52A8EDE6-C3BD-4BF3-9712-59E13D04321B}" destId="{DED6958A-71E4-4FA8-9442-F9F160EFD0B9}" srcOrd="10" destOrd="0" presId="urn:microsoft.com/office/officeart/2005/8/layout/default"/>
    <dgm:cxn modelId="{60FD040F-091C-4ADD-B040-124CAD9FC6DF}" type="presParOf" srcId="{52A8EDE6-C3BD-4BF3-9712-59E13D04321B}" destId="{CA99F2E3-03A6-474F-BC7C-053E39D8D8BF}" srcOrd="11" destOrd="0" presId="urn:microsoft.com/office/officeart/2005/8/layout/default"/>
    <dgm:cxn modelId="{045FD568-2372-4064-A822-F10FACA7642C}" type="presParOf" srcId="{52A8EDE6-C3BD-4BF3-9712-59E13D04321B}" destId="{DBC32B91-4A88-4962-8FD3-37B0650511B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D40E3A-2DFE-4069-B608-FE2BFAF806B5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949A3964-79E4-4E3B-BAC9-E2E40D145676}">
      <dgm:prSet phldrT="[Texto]" custT="1"/>
      <dgm:spPr/>
      <dgm:t>
        <a:bodyPr/>
        <a:lstStyle/>
        <a:p>
          <a:r>
            <a:rPr lang="es-ES" sz="1400" dirty="0"/>
            <a:t>Evaluación de Requerimientos</a:t>
          </a:r>
        </a:p>
      </dgm:t>
    </dgm:pt>
    <dgm:pt modelId="{F1BD4963-B36C-49A3-BBDB-FAD0948A37C2}" type="parTrans" cxnId="{0C92B517-1174-4A86-A61C-1E63FBC99A45}">
      <dgm:prSet/>
      <dgm:spPr/>
      <dgm:t>
        <a:bodyPr/>
        <a:lstStyle/>
        <a:p>
          <a:endParaRPr lang="es-ES" sz="2400"/>
        </a:p>
      </dgm:t>
    </dgm:pt>
    <dgm:pt modelId="{F9E049EC-4925-4E21-9F8B-21DBFC3C4516}" type="sibTrans" cxnId="{0C92B517-1174-4A86-A61C-1E63FBC99A45}">
      <dgm:prSet/>
      <dgm:spPr/>
      <dgm:t>
        <a:bodyPr/>
        <a:lstStyle/>
        <a:p>
          <a:endParaRPr lang="es-ES" sz="2400"/>
        </a:p>
      </dgm:t>
    </dgm:pt>
    <dgm:pt modelId="{899D4CCA-25D9-497A-ADF6-EAAE3F96D56C}">
      <dgm:prSet phldrT="[Texto]" custT="1"/>
      <dgm:spPr/>
      <dgm:t>
        <a:bodyPr/>
        <a:lstStyle/>
        <a:p>
          <a:r>
            <a:rPr lang="es-ES" sz="1400" dirty="0"/>
            <a:t>Modelado de Base de Datos</a:t>
          </a:r>
        </a:p>
      </dgm:t>
    </dgm:pt>
    <dgm:pt modelId="{D5D7DF1D-0FBD-4637-809F-BEF3563365DB}" type="parTrans" cxnId="{6D21C6AF-4FF1-4B89-AC2D-57D9F438102D}">
      <dgm:prSet/>
      <dgm:spPr/>
      <dgm:t>
        <a:bodyPr/>
        <a:lstStyle/>
        <a:p>
          <a:endParaRPr lang="es-ES" sz="2400"/>
        </a:p>
      </dgm:t>
    </dgm:pt>
    <dgm:pt modelId="{FC348D62-B3DB-4193-B734-554C5885B955}" type="sibTrans" cxnId="{6D21C6AF-4FF1-4B89-AC2D-57D9F438102D}">
      <dgm:prSet/>
      <dgm:spPr/>
      <dgm:t>
        <a:bodyPr/>
        <a:lstStyle/>
        <a:p>
          <a:endParaRPr lang="es-ES" sz="2400"/>
        </a:p>
      </dgm:t>
    </dgm:pt>
    <dgm:pt modelId="{EB8ECD2D-EC7D-4D27-86B7-9FB990A9B543}">
      <dgm:prSet phldrT="[Texto]" custT="1"/>
      <dgm:spPr/>
      <dgm:t>
        <a:bodyPr/>
        <a:lstStyle/>
        <a:p>
          <a:r>
            <a:rPr lang="es-ES" sz="1400" dirty="0"/>
            <a:t>Implementación de la Base de Datos</a:t>
          </a:r>
        </a:p>
      </dgm:t>
    </dgm:pt>
    <dgm:pt modelId="{A7C6A68E-0442-4623-87A7-3BF102EC2EB1}" type="parTrans" cxnId="{A3BA09F0-D503-4C90-A6CC-BD39961792DC}">
      <dgm:prSet/>
      <dgm:spPr/>
      <dgm:t>
        <a:bodyPr/>
        <a:lstStyle/>
        <a:p>
          <a:endParaRPr lang="es-ES" sz="2400"/>
        </a:p>
      </dgm:t>
    </dgm:pt>
    <dgm:pt modelId="{B58927E6-A20F-4C53-95F7-1A3028BF9C0F}" type="sibTrans" cxnId="{A3BA09F0-D503-4C90-A6CC-BD39961792DC}">
      <dgm:prSet/>
      <dgm:spPr/>
      <dgm:t>
        <a:bodyPr/>
        <a:lstStyle/>
        <a:p>
          <a:endParaRPr lang="es-ES" sz="2400"/>
        </a:p>
      </dgm:t>
    </dgm:pt>
    <dgm:pt modelId="{F9A9210E-D927-4F3C-9681-35467E75B194}">
      <dgm:prSet phldrT="[Texto]" custT="1"/>
      <dgm:spPr/>
      <dgm:t>
        <a:bodyPr/>
        <a:lstStyle/>
        <a:p>
          <a:r>
            <a:rPr lang="es-ES" sz="1400" dirty="0"/>
            <a:t>Carga de Datos</a:t>
          </a:r>
        </a:p>
      </dgm:t>
    </dgm:pt>
    <dgm:pt modelId="{DF92A4CD-9186-4E75-A304-5DDD93FAD3FE}" type="parTrans" cxnId="{363CAC63-A235-4634-BAE0-D1F2E40C5F70}">
      <dgm:prSet/>
      <dgm:spPr/>
      <dgm:t>
        <a:bodyPr/>
        <a:lstStyle/>
        <a:p>
          <a:endParaRPr lang="es-ES" sz="2400"/>
        </a:p>
      </dgm:t>
    </dgm:pt>
    <dgm:pt modelId="{A478BBAA-7C44-4F26-9A87-7EEAA36A27F0}" type="sibTrans" cxnId="{363CAC63-A235-4634-BAE0-D1F2E40C5F70}">
      <dgm:prSet/>
      <dgm:spPr/>
      <dgm:t>
        <a:bodyPr/>
        <a:lstStyle/>
        <a:p>
          <a:endParaRPr lang="es-ES" sz="2400"/>
        </a:p>
      </dgm:t>
    </dgm:pt>
    <dgm:pt modelId="{63DEFD18-0B66-4F6B-83A3-D1105EEECA2B}">
      <dgm:prSet phldrT="[Texto]" custT="1"/>
      <dgm:spPr/>
      <dgm:t>
        <a:bodyPr/>
        <a:lstStyle/>
        <a:p>
          <a:r>
            <a:rPr lang="es-ES" sz="1400" dirty="0"/>
            <a:t>Prueba</a:t>
          </a:r>
        </a:p>
      </dgm:t>
    </dgm:pt>
    <dgm:pt modelId="{48EDB4C5-D939-4A93-9360-B36F7CE995D6}" type="parTrans" cxnId="{06185141-3C8D-461C-99B9-037B59AB9ABC}">
      <dgm:prSet/>
      <dgm:spPr/>
      <dgm:t>
        <a:bodyPr/>
        <a:lstStyle/>
        <a:p>
          <a:endParaRPr lang="es-ES" sz="2400"/>
        </a:p>
      </dgm:t>
    </dgm:pt>
    <dgm:pt modelId="{F3889B09-2501-4F3A-AAE2-BCAFDDFB513F}" type="sibTrans" cxnId="{06185141-3C8D-461C-99B9-037B59AB9ABC}">
      <dgm:prSet/>
      <dgm:spPr/>
      <dgm:t>
        <a:bodyPr/>
        <a:lstStyle/>
        <a:p>
          <a:endParaRPr lang="es-ES" sz="2400"/>
        </a:p>
      </dgm:t>
    </dgm:pt>
    <dgm:pt modelId="{675B273D-21EF-456C-B4D0-03DE6C16A5C6}">
      <dgm:prSet phldrT="[Texto]" custT="1"/>
      <dgm:spPr/>
      <dgm:t>
        <a:bodyPr/>
        <a:lstStyle/>
        <a:p>
          <a:r>
            <a:rPr lang="es-ES" sz="1400" dirty="0"/>
            <a:t>Mantenimiento</a:t>
          </a:r>
        </a:p>
      </dgm:t>
    </dgm:pt>
    <dgm:pt modelId="{969CA172-2EBD-4004-9127-69517AA54341}" type="parTrans" cxnId="{D564905E-D6D3-4246-A324-E59658BBA624}">
      <dgm:prSet/>
      <dgm:spPr/>
      <dgm:t>
        <a:bodyPr/>
        <a:lstStyle/>
        <a:p>
          <a:endParaRPr lang="es-ES" sz="2400"/>
        </a:p>
      </dgm:t>
    </dgm:pt>
    <dgm:pt modelId="{3BBDC760-642E-446A-8D72-FA0FDB2067C2}" type="sibTrans" cxnId="{D564905E-D6D3-4246-A324-E59658BBA624}">
      <dgm:prSet/>
      <dgm:spPr/>
      <dgm:t>
        <a:bodyPr/>
        <a:lstStyle/>
        <a:p>
          <a:endParaRPr lang="es-ES" sz="2400"/>
        </a:p>
      </dgm:t>
    </dgm:pt>
    <dgm:pt modelId="{C72D52AB-F86C-4455-8713-A2E607815EA7}" type="pres">
      <dgm:prSet presAssocID="{D0D40E3A-2DFE-4069-B608-FE2BFAF806B5}" presName="CompostProcess" presStyleCnt="0">
        <dgm:presLayoutVars>
          <dgm:dir/>
          <dgm:resizeHandles val="exact"/>
        </dgm:presLayoutVars>
      </dgm:prSet>
      <dgm:spPr/>
    </dgm:pt>
    <dgm:pt modelId="{BA5CC08E-7092-46F9-B09F-3E67959A4031}" type="pres">
      <dgm:prSet presAssocID="{D0D40E3A-2DFE-4069-B608-FE2BFAF806B5}" presName="arrow" presStyleLbl="bgShp" presStyleIdx="0" presStyleCnt="1"/>
      <dgm:spPr/>
    </dgm:pt>
    <dgm:pt modelId="{32C72E64-B667-43A4-9425-599A0C29A85F}" type="pres">
      <dgm:prSet presAssocID="{D0D40E3A-2DFE-4069-B608-FE2BFAF806B5}" presName="linearProcess" presStyleCnt="0"/>
      <dgm:spPr/>
    </dgm:pt>
    <dgm:pt modelId="{AB5F4EE4-8E9C-49CF-84AD-94DAB7FF7EE0}" type="pres">
      <dgm:prSet presAssocID="{949A3964-79E4-4E3B-BAC9-E2E40D145676}" presName="textNode" presStyleLbl="node1" presStyleIdx="0" presStyleCnt="5" custScaleX="148112">
        <dgm:presLayoutVars>
          <dgm:bulletEnabled val="1"/>
        </dgm:presLayoutVars>
      </dgm:prSet>
      <dgm:spPr/>
    </dgm:pt>
    <dgm:pt modelId="{A131D673-481C-4B88-812C-C2A614899C36}" type="pres">
      <dgm:prSet presAssocID="{F9E049EC-4925-4E21-9F8B-21DBFC3C4516}" presName="sibTrans" presStyleCnt="0"/>
      <dgm:spPr/>
    </dgm:pt>
    <dgm:pt modelId="{8179F955-E5EA-42D5-BCB7-6AF225F9BF9C}" type="pres">
      <dgm:prSet presAssocID="{899D4CCA-25D9-497A-ADF6-EAAE3F96D56C}" presName="textNode" presStyleLbl="node1" presStyleIdx="1" presStyleCnt="5">
        <dgm:presLayoutVars>
          <dgm:bulletEnabled val="1"/>
        </dgm:presLayoutVars>
      </dgm:prSet>
      <dgm:spPr/>
    </dgm:pt>
    <dgm:pt modelId="{9CA339D3-E22D-4CE0-9B0D-941E63F75BA3}" type="pres">
      <dgm:prSet presAssocID="{FC348D62-B3DB-4193-B734-554C5885B955}" presName="sibTrans" presStyleCnt="0"/>
      <dgm:spPr/>
    </dgm:pt>
    <dgm:pt modelId="{9474EF07-5416-42FC-A781-4E3FFFA75F30}" type="pres">
      <dgm:prSet presAssocID="{EB8ECD2D-EC7D-4D27-86B7-9FB990A9B543}" presName="textNode" presStyleLbl="node1" presStyleIdx="2" presStyleCnt="5" custScaleX="166662">
        <dgm:presLayoutVars>
          <dgm:bulletEnabled val="1"/>
        </dgm:presLayoutVars>
      </dgm:prSet>
      <dgm:spPr/>
    </dgm:pt>
    <dgm:pt modelId="{872930F4-3BFB-49B9-ABFF-5156B5F9B7FC}" type="pres">
      <dgm:prSet presAssocID="{B58927E6-A20F-4C53-95F7-1A3028BF9C0F}" presName="sibTrans" presStyleCnt="0"/>
      <dgm:spPr/>
    </dgm:pt>
    <dgm:pt modelId="{646EC017-0AEE-4C8C-87EC-E93A24FB66A3}" type="pres">
      <dgm:prSet presAssocID="{63DEFD18-0B66-4F6B-83A3-D1105EEECA2B}" presName="textNode" presStyleLbl="node1" presStyleIdx="3" presStyleCnt="5">
        <dgm:presLayoutVars>
          <dgm:bulletEnabled val="1"/>
        </dgm:presLayoutVars>
      </dgm:prSet>
      <dgm:spPr/>
    </dgm:pt>
    <dgm:pt modelId="{87B8E0EA-BC47-428D-9E13-AE3968C2E7B7}" type="pres">
      <dgm:prSet presAssocID="{F3889B09-2501-4F3A-AAE2-BCAFDDFB513F}" presName="sibTrans" presStyleCnt="0"/>
      <dgm:spPr/>
    </dgm:pt>
    <dgm:pt modelId="{4B7174F5-B526-410D-AEF9-926C93D32845}" type="pres">
      <dgm:prSet presAssocID="{675B273D-21EF-456C-B4D0-03DE6C16A5C6}" presName="textNode" presStyleLbl="node1" presStyleIdx="4" presStyleCnt="5" custScaleX="165629">
        <dgm:presLayoutVars>
          <dgm:bulletEnabled val="1"/>
        </dgm:presLayoutVars>
      </dgm:prSet>
      <dgm:spPr/>
    </dgm:pt>
  </dgm:ptLst>
  <dgm:cxnLst>
    <dgm:cxn modelId="{557B4306-C2B3-4B66-85C9-2A0EFFB41F43}" type="presOf" srcId="{899D4CCA-25D9-497A-ADF6-EAAE3F96D56C}" destId="{8179F955-E5EA-42D5-BCB7-6AF225F9BF9C}" srcOrd="0" destOrd="0" presId="urn:microsoft.com/office/officeart/2005/8/layout/hProcess9"/>
    <dgm:cxn modelId="{0C92B517-1174-4A86-A61C-1E63FBC99A45}" srcId="{D0D40E3A-2DFE-4069-B608-FE2BFAF806B5}" destId="{949A3964-79E4-4E3B-BAC9-E2E40D145676}" srcOrd="0" destOrd="0" parTransId="{F1BD4963-B36C-49A3-BBDB-FAD0948A37C2}" sibTransId="{F9E049EC-4925-4E21-9F8B-21DBFC3C4516}"/>
    <dgm:cxn modelId="{79461F40-8AA1-4E57-91EC-B1A202EB527A}" type="presOf" srcId="{675B273D-21EF-456C-B4D0-03DE6C16A5C6}" destId="{4B7174F5-B526-410D-AEF9-926C93D32845}" srcOrd="0" destOrd="0" presId="urn:microsoft.com/office/officeart/2005/8/layout/hProcess9"/>
    <dgm:cxn modelId="{D564905E-D6D3-4246-A324-E59658BBA624}" srcId="{D0D40E3A-2DFE-4069-B608-FE2BFAF806B5}" destId="{675B273D-21EF-456C-B4D0-03DE6C16A5C6}" srcOrd="4" destOrd="0" parTransId="{969CA172-2EBD-4004-9127-69517AA54341}" sibTransId="{3BBDC760-642E-446A-8D72-FA0FDB2067C2}"/>
    <dgm:cxn modelId="{06185141-3C8D-461C-99B9-037B59AB9ABC}" srcId="{D0D40E3A-2DFE-4069-B608-FE2BFAF806B5}" destId="{63DEFD18-0B66-4F6B-83A3-D1105EEECA2B}" srcOrd="3" destOrd="0" parTransId="{48EDB4C5-D939-4A93-9360-B36F7CE995D6}" sibTransId="{F3889B09-2501-4F3A-AAE2-BCAFDDFB513F}"/>
    <dgm:cxn modelId="{363CAC63-A235-4634-BAE0-D1F2E40C5F70}" srcId="{EB8ECD2D-EC7D-4D27-86B7-9FB990A9B543}" destId="{F9A9210E-D927-4F3C-9681-35467E75B194}" srcOrd="0" destOrd="0" parTransId="{DF92A4CD-9186-4E75-A304-5DDD93FAD3FE}" sibTransId="{A478BBAA-7C44-4F26-9A87-7EEAA36A27F0}"/>
    <dgm:cxn modelId="{587D657A-889A-4C6D-8FA4-394E465F5A07}" type="presOf" srcId="{EB8ECD2D-EC7D-4D27-86B7-9FB990A9B543}" destId="{9474EF07-5416-42FC-A781-4E3FFFA75F30}" srcOrd="0" destOrd="0" presId="urn:microsoft.com/office/officeart/2005/8/layout/hProcess9"/>
    <dgm:cxn modelId="{F37C0387-40ED-4191-9B0A-DC017B9D16C3}" type="presOf" srcId="{63DEFD18-0B66-4F6B-83A3-D1105EEECA2B}" destId="{646EC017-0AEE-4C8C-87EC-E93A24FB66A3}" srcOrd="0" destOrd="0" presId="urn:microsoft.com/office/officeart/2005/8/layout/hProcess9"/>
    <dgm:cxn modelId="{8AE173AA-01A3-4754-82EE-5D75AB29A59C}" type="presOf" srcId="{949A3964-79E4-4E3B-BAC9-E2E40D145676}" destId="{AB5F4EE4-8E9C-49CF-84AD-94DAB7FF7EE0}" srcOrd="0" destOrd="0" presId="urn:microsoft.com/office/officeart/2005/8/layout/hProcess9"/>
    <dgm:cxn modelId="{6D21C6AF-4FF1-4B89-AC2D-57D9F438102D}" srcId="{D0D40E3A-2DFE-4069-B608-FE2BFAF806B5}" destId="{899D4CCA-25D9-497A-ADF6-EAAE3F96D56C}" srcOrd="1" destOrd="0" parTransId="{D5D7DF1D-0FBD-4637-809F-BEF3563365DB}" sibTransId="{FC348D62-B3DB-4193-B734-554C5885B955}"/>
    <dgm:cxn modelId="{C6310EC7-E9C5-4774-B130-6B76E006A360}" type="presOf" srcId="{D0D40E3A-2DFE-4069-B608-FE2BFAF806B5}" destId="{C72D52AB-F86C-4455-8713-A2E607815EA7}" srcOrd="0" destOrd="0" presId="urn:microsoft.com/office/officeart/2005/8/layout/hProcess9"/>
    <dgm:cxn modelId="{8C16B4DC-DB45-4ABE-9061-C90223574002}" type="presOf" srcId="{F9A9210E-D927-4F3C-9681-35467E75B194}" destId="{9474EF07-5416-42FC-A781-4E3FFFA75F30}" srcOrd="0" destOrd="1" presId="urn:microsoft.com/office/officeart/2005/8/layout/hProcess9"/>
    <dgm:cxn modelId="{A3BA09F0-D503-4C90-A6CC-BD39961792DC}" srcId="{D0D40E3A-2DFE-4069-B608-FE2BFAF806B5}" destId="{EB8ECD2D-EC7D-4D27-86B7-9FB990A9B543}" srcOrd="2" destOrd="0" parTransId="{A7C6A68E-0442-4623-87A7-3BF102EC2EB1}" sibTransId="{B58927E6-A20F-4C53-95F7-1A3028BF9C0F}"/>
    <dgm:cxn modelId="{927AB534-5E08-4FC2-8EA5-D8BC23BB3267}" type="presParOf" srcId="{C72D52AB-F86C-4455-8713-A2E607815EA7}" destId="{BA5CC08E-7092-46F9-B09F-3E67959A4031}" srcOrd="0" destOrd="0" presId="urn:microsoft.com/office/officeart/2005/8/layout/hProcess9"/>
    <dgm:cxn modelId="{9992C7A7-661A-4361-995F-D7A801736349}" type="presParOf" srcId="{C72D52AB-F86C-4455-8713-A2E607815EA7}" destId="{32C72E64-B667-43A4-9425-599A0C29A85F}" srcOrd="1" destOrd="0" presId="urn:microsoft.com/office/officeart/2005/8/layout/hProcess9"/>
    <dgm:cxn modelId="{159F09D4-EB4A-4D02-A2CF-4614F2D5D4F3}" type="presParOf" srcId="{32C72E64-B667-43A4-9425-599A0C29A85F}" destId="{AB5F4EE4-8E9C-49CF-84AD-94DAB7FF7EE0}" srcOrd="0" destOrd="0" presId="urn:microsoft.com/office/officeart/2005/8/layout/hProcess9"/>
    <dgm:cxn modelId="{A692883A-F038-436A-9B39-04AF991B0F41}" type="presParOf" srcId="{32C72E64-B667-43A4-9425-599A0C29A85F}" destId="{A131D673-481C-4B88-812C-C2A614899C36}" srcOrd="1" destOrd="0" presId="urn:microsoft.com/office/officeart/2005/8/layout/hProcess9"/>
    <dgm:cxn modelId="{55DCACE3-A682-47AC-BB05-8F215ECCB1C7}" type="presParOf" srcId="{32C72E64-B667-43A4-9425-599A0C29A85F}" destId="{8179F955-E5EA-42D5-BCB7-6AF225F9BF9C}" srcOrd="2" destOrd="0" presId="urn:microsoft.com/office/officeart/2005/8/layout/hProcess9"/>
    <dgm:cxn modelId="{2B596CD8-1456-4616-B9B0-3C4627422A6C}" type="presParOf" srcId="{32C72E64-B667-43A4-9425-599A0C29A85F}" destId="{9CA339D3-E22D-4CE0-9B0D-941E63F75BA3}" srcOrd="3" destOrd="0" presId="urn:microsoft.com/office/officeart/2005/8/layout/hProcess9"/>
    <dgm:cxn modelId="{709F84FC-7730-45C5-8DF4-ED450E158BA5}" type="presParOf" srcId="{32C72E64-B667-43A4-9425-599A0C29A85F}" destId="{9474EF07-5416-42FC-A781-4E3FFFA75F30}" srcOrd="4" destOrd="0" presId="urn:microsoft.com/office/officeart/2005/8/layout/hProcess9"/>
    <dgm:cxn modelId="{11EEE619-D2CB-42CD-B6F6-908237B2E279}" type="presParOf" srcId="{32C72E64-B667-43A4-9425-599A0C29A85F}" destId="{872930F4-3BFB-49B9-ABFF-5156B5F9B7FC}" srcOrd="5" destOrd="0" presId="urn:microsoft.com/office/officeart/2005/8/layout/hProcess9"/>
    <dgm:cxn modelId="{73B62996-E057-4A4C-A544-38DBC49B58D8}" type="presParOf" srcId="{32C72E64-B667-43A4-9425-599A0C29A85F}" destId="{646EC017-0AEE-4C8C-87EC-E93A24FB66A3}" srcOrd="6" destOrd="0" presId="urn:microsoft.com/office/officeart/2005/8/layout/hProcess9"/>
    <dgm:cxn modelId="{29063FE4-6E2F-40EC-A323-AFECC3A88984}" type="presParOf" srcId="{32C72E64-B667-43A4-9425-599A0C29A85F}" destId="{87B8E0EA-BC47-428D-9E13-AE3968C2E7B7}" srcOrd="7" destOrd="0" presId="urn:microsoft.com/office/officeart/2005/8/layout/hProcess9"/>
    <dgm:cxn modelId="{B20A3C0C-20E5-4EF2-92DD-913DBAD5A088}" type="presParOf" srcId="{32C72E64-B667-43A4-9425-599A0C29A85F}" destId="{4B7174F5-B526-410D-AEF9-926C93D32845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D10417-283F-4F26-99C6-6958A56A176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4FA54677-0152-475E-9AFE-AFE2EB89B1D0}">
      <dgm:prSet phldrT="[Texto]"/>
      <dgm:spPr/>
      <dgm:t>
        <a:bodyPr/>
        <a:lstStyle/>
        <a:p>
          <a:r>
            <a:rPr lang="es-AR" dirty="0"/>
            <a:t>Diseñadores de Bases de Datos</a:t>
          </a:r>
        </a:p>
      </dgm:t>
    </dgm:pt>
    <dgm:pt modelId="{D200E38D-CFB4-40D6-93A6-C0615792529D}" type="parTrans" cxnId="{DC4AE701-588B-453A-8484-8584F29AF1A7}">
      <dgm:prSet/>
      <dgm:spPr/>
      <dgm:t>
        <a:bodyPr/>
        <a:lstStyle/>
        <a:p>
          <a:endParaRPr lang="es-AR"/>
        </a:p>
      </dgm:t>
    </dgm:pt>
    <dgm:pt modelId="{0BFA569F-6AD5-43E1-BBAE-855D41C642B3}" type="sibTrans" cxnId="{DC4AE701-588B-453A-8484-8584F29AF1A7}">
      <dgm:prSet/>
      <dgm:spPr/>
      <dgm:t>
        <a:bodyPr/>
        <a:lstStyle/>
        <a:p>
          <a:endParaRPr lang="es-AR"/>
        </a:p>
      </dgm:t>
    </dgm:pt>
    <dgm:pt modelId="{3C8AA88B-19C1-46A9-9339-AF1C807EDDEB}">
      <dgm:prSet phldrT="[Texto]"/>
      <dgm:spPr/>
      <dgm:t>
        <a:bodyPr/>
        <a:lstStyle/>
        <a:p>
          <a:r>
            <a:rPr lang="es-AR" dirty="0"/>
            <a:t>Diseñador Lógico</a:t>
          </a:r>
        </a:p>
      </dgm:t>
    </dgm:pt>
    <dgm:pt modelId="{3BC42AEB-C6C4-4F56-8FC3-B21EDC2862A1}" type="parTrans" cxnId="{7B201673-EEE8-4378-9059-AD4C69D96844}">
      <dgm:prSet/>
      <dgm:spPr/>
      <dgm:t>
        <a:bodyPr/>
        <a:lstStyle/>
        <a:p>
          <a:endParaRPr lang="es-AR"/>
        </a:p>
      </dgm:t>
    </dgm:pt>
    <dgm:pt modelId="{3AF1F5FF-AC49-4749-A687-88754CBBCEC8}" type="sibTrans" cxnId="{7B201673-EEE8-4378-9059-AD4C69D96844}">
      <dgm:prSet/>
      <dgm:spPr/>
      <dgm:t>
        <a:bodyPr/>
        <a:lstStyle/>
        <a:p>
          <a:endParaRPr lang="es-AR"/>
        </a:p>
      </dgm:t>
    </dgm:pt>
    <dgm:pt modelId="{CB25D822-7475-4E10-A3C3-B71887B0CC0C}">
      <dgm:prSet phldrT="[Texto]"/>
      <dgm:spPr/>
      <dgm:t>
        <a:bodyPr/>
        <a:lstStyle/>
        <a:p>
          <a:r>
            <a:rPr lang="es-AR" dirty="0"/>
            <a:t>Diseñador Físico</a:t>
          </a:r>
        </a:p>
      </dgm:t>
    </dgm:pt>
    <dgm:pt modelId="{B286D46E-7F69-4C96-AB39-9DD31CB82015}" type="parTrans" cxnId="{B949B3E0-8C4E-470D-8482-1F474A622509}">
      <dgm:prSet/>
      <dgm:spPr/>
      <dgm:t>
        <a:bodyPr/>
        <a:lstStyle/>
        <a:p>
          <a:endParaRPr lang="es-AR"/>
        </a:p>
      </dgm:t>
    </dgm:pt>
    <dgm:pt modelId="{A789A34A-38F4-41C3-86D4-CF61554CAB5D}" type="sibTrans" cxnId="{B949B3E0-8C4E-470D-8482-1F474A622509}">
      <dgm:prSet/>
      <dgm:spPr/>
      <dgm:t>
        <a:bodyPr/>
        <a:lstStyle/>
        <a:p>
          <a:endParaRPr lang="es-AR"/>
        </a:p>
      </dgm:t>
    </dgm:pt>
    <dgm:pt modelId="{9A116DF2-0389-4C5F-870A-0F4D3310BD9F}">
      <dgm:prSet phldrT="[Texto]"/>
      <dgm:spPr/>
      <dgm:t>
        <a:bodyPr/>
        <a:lstStyle/>
        <a:p>
          <a:r>
            <a:rPr lang="es-AR" dirty="0"/>
            <a:t>Desarrolladores de Aplicaciones</a:t>
          </a:r>
        </a:p>
      </dgm:t>
    </dgm:pt>
    <dgm:pt modelId="{D547E782-BEB3-4E04-A9BA-7BC73DC5D7CC}" type="parTrans" cxnId="{F673BB21-B6B6-47E0-9A59-98AFCAC402B0}">
      <dgm:prSet/>
      <dgm:spPr/>
      <dgm:t>
        <a:bodyPr/>
        <a:lstStyle/>
        <a:p>
          <a:endParaRPr lang="es-AR"/>
        </a:p>
      </dgm:t>
    </dgm:pt>
    <dgm:pt modelId="{A97FFB53-C502-4058-AC7E-BFF9FAF98F0A}" type="sibTrans" cxnId="{F673BB21-B6B6-47E0-9A59-98AFCAC402B0}">
      <dgm:prSet/>
      <dgm:spPr/>
      <dgm:t>
        <a:bodyPr/>
        <a:lstStyle/>
        <a:p>
          <a:endParaRPr lang="es-AR"/>
        </a:p>
      </dgm:t>
    </dgm:pt>
    <dgm:pt modelId="{BBD5C1FA-B99C-4434-B665-D64ABF6AA09A}">
      <dgm:prSet phldrT="[Texto]"/>
      <dgm:spPr/>
      <dgm:t>
        <a:bodyPr/>
        <a:lstStyle/>
        <a:p>
          <a:r>
            <a:rPr lang="es-AR" dirty="0"/>
            <a:t>Usuarios Finales</a:t>
          </a:r>
        </a:p>
      </dgm:t>
    </dgm:pt>
    <dgm:pt modelId="{ADFC1E36-A792-409F-8FA0-91621094C40D}" type="parTrans" cxnId="{526576EB-0A87-4356-8BB6-0FA5CB9B1C9E}">
      <dgm:prSet/>
      <dgm:spPr/>
      <dgm:t>
        <a:bodyPr/>
        <a:lstStyle/>
        <a:p>
          <a:endParaRPr lang="es-AR"/>
        </a:p>
      </dgm:t>
    </dgm:pt>
    <dgm:pt modelId="{33ECF5FC-DA59-4462-8193-F90281C837FE}" type="sibTrans" cxnId="{526576EB-0A87-4356-8BB6-0FA5CB9B1C9E}">
      <dgm:prSet/>
      <dgm:spPr/>
      <dgm:t>
        <a:bodyPr/>
        <a:lstStyle/>
        <a:p>
          <a:endParaRPr lang="es-AR"/>
        </a:p>
      </dgm:t>
    </dgm:pt>
    <dgm:pt modelId="{DE033CEF-29B1-4387-A0CC-3BDADFD4A98C}">
      <dgm:prSet phldrT="[Texto]"/>
      <dgm:spPr/>
      <dgm:t>
        <a:bodyPr/>
        <a:lstStyle/>
        <a:p>
          <a:r>
            <a:rPr lang="es-AR" dirty="0"/>
            <a:t>Administradores de Bases de Datos (DBA)</a:t>
          </a:r>
        </a:p>
      </dgm:t>
    </dgm:pt>
    <dgm:pt modelId="{8C34788D-F528-450C-9005-79EAB5E66787}" type="parTrans" cxnId="{F4D5C9E2-EB44-477D-81D5-F7547FF976C2}">
      <dgm:prSet/>
      <dgm:spPr/>
      <dgm:t>
        <a:bodyPr/>
        <a:lstStyle/>
        <a:p>
          <a:endParaRPr lang="es-AR"/>
        </a:p>
      </dgm:t>
    </dgm:pt>
    <dgm:pt modelId="{72A641ED-9438-46A8-A6B8-1D2D0C6AFD1E}" type="sibTrans" cxnId="{F4D5C9E2-EB44-477D-81D5-F7547FF976C2}">
      <dgm:prSet/>
      <dgm:spPr/>
      <dgm:t>
        <a:bodyPr/>
        <a:lstStyle/>
        <a:p>
          <a:endParaRPr lang="es-AR"/>
        </a:p>
      </dgm:t>
    </dgm:pt>
    <dgm:pt modelId="{EA123510-8AE1-40E6-9F0A-9E52F663887B}">
      <dgm:prSet phldrT="[Texto]"/>
      <dgm:spPr/>
      <dgm:t>
        <a:bodyPr/>
        <a:lstStyle/>
        <a:p>
          <a:r>
            <a:rPr lang="es-AR" dirty="0"/>
            <a:t>Usuarios Novatos</a:t>
          </a:r>
        </a:p>
      </dgm:t>
    </dgm:pt>
    <dgm:pt modelId="{AC1EAE15-A852-44B2-9EC4-0D6D71211C9E}" type="parTrans" cxnId="{E111E0E1-BF79-4815-A62E-08BA9BA5F43B}">
      <dgm:prSet/>
      <dgm:spPr/>
      <dgm:t>
        <a:bodyPr/>
        <a:lstStyle/>
        <a:p>
          <a:endParaRPr lang="es-AR"/>
        </a:p>
      </dgm:t>
    </dgm:pt>
    <dgm:pt modelId="{D1745156-9FFA-49CD-820F-F34DD7483890}" type="sibTrans" cxnId="{E111E0E1-BF79-4815-A62E-08BA9BA5F43B}">
      <dgm:prSet/>
      <dgm:spPr/>
      <dgm:t>
        <a:bodyPr/>
        <a:lstStyle/>
        <a:p>
          <a:endParaRPr lang="es-AR"/>
        </a:p>
      </dgm:t>
    </dgm:pt>
    <dgm:pt modelId="{89414133-44D9-43C3-BBAA-BE99DE740DC8}">
      <dgm:prSet phldrT="[Texto]"/>
      <dgm:spPr/>
      <dgm:t>
        <a:bodyPr/>
        <a:lstStyle/>
        <a:p>
          <a:r>
            <a:rPr lang="es-AR" dirty="0"/>
            <a:t>Usuarios Sofisticados</a:t>
          </a:r>
        </a:p>
      </dgm:t>
    </dgm:pt>
    <dgm:pt modelId="{EF46624B-89DA-4C43-992C-3DB25BF9B1BF}" type="parTrans" cxnId="{472660A6-7D92-4786-9C56-C372E15143FA}">
      <dgm:prSet/>
      <dgm:spPr/>
      <dgm:t>
        <a:bodyPr/>
        <a:lstStyle/>
        <a:p>
          <a:endParaRPr lang="es-AR"/>
        </a:p>
      </dgm:t>
    </dgm:pt>
    <dgm:pt modelId="{51128ACA-8EE6-47E3-8B47-B98A5CDD48DA}" type="sibTrans" cxnId="{472660A6-7D92-4786-9C56-C372E15143FA}">
      <dgm:prSet/>
      <dgm:spPr/>
      <dgm:t>
        <a:bodyPr/>
        <a:lstStyle/>
        <a:p>
          <a:endParaRPr lang="es-AR"/>
        </a:p>
      </dgm:t>
    </dgm:pt>
    <dgm:pt modelId="{8F62434B-D147-4C9C-ADEF-129AD04C3885}" type="pres">
      <dgm:prSet presAssocID="{CFD10417-283F-4F26-99C6-6958A56A176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FC1F4BE-BFD6-42C4-A8E4-91BBAC04DA78}" type="pres">
      <dgm:prSet presAssocID="{DE033CEF-29B1-4387-A0CC-3BDADFD4A98C}" presName="root1" presStyleCnt="0"/>
      <dgm:spPr/>
    </dgm:pt>
    <dgm:pt modelId="{90AACEAA-78C6-4E18-B796-26B1DAE56184}" type="pres">
      <dgm:prSet presAssocID="{DE033CEF-29B1-4387-A0CC-3BDADFD4A98C}" presName="LevelOneTextNode" presStyleLbl="node0" presStyleIdx="0" presStyleCnt="4">
        <dgm:presLayoutVars>
          <dgm:chPref val="3"/>
        </dgm:presLayoutVars>
      </dgm:prSet>
      <dgm:spPr/>
    </dgm:pt>
    <dgm:pt modelId="{F422DC34-D2FC-49AC-8A56-FAD7B30AD0FF}" type="pres">
      <dgm:prSet presAssocID="{DE033CEF-29B1-4387-A0CC-3BDADFD4A98C}" presName="level2hierChild" presStyleCnt="0"/>
      <dgm:spPr/>
    </dgm:pt>
    <dgm:pt modelId="{8C64ADE0-D488-47BF-9133-CD720F6BD957}" type="pres">
      <dgm:prSet presAssocID="{4FA54677-0152-475E-9AFE-AFE2EB89B1D0}" presName="root1" presStyleCnt="0"/>
      <dgm:spPr/>
    </dgm:pt>
    <dgm:pt modelId="{DC32CB79-E460-4BEC-8949-467B7511E7DB}" type="pres">
      <dgm:prSet presAssocID="{4FA54677-0152-475E-9AFE-AFE2EB89B1D0}" presName="LevelOneTextNode" presStyleLbl="node0" presStyleIdx="1" presStyleCnt="4">
        <dgm:presLayoutVars>
          <dgm:chPref val="3"/>
        </dgm:presLayoutVars>
      </dgm:prSet>
      <dgm:spPr/>
    </dgm:pt>
    <dgm:pt modelId="{8C8EB7FD-4CAD-444C-8C8E-F747D8BA0A10}" type="pres">
      <dgm:prSet presAssocID="{4FA54677-0152-475E-9AFE-AFE2EB89B1D0}" presName="level2hierChild" presStyleCnt="0"/>
      <dgm:spPr/>
    </dgm:pt>
    <dgm:pt modelId="{7D9379C5-B1FB-47F8-B607-180DAEA2BEBF}" type="pres">
      <dgm:prSet presAssocID="{3BC42AEB-C6C4-4F56-8FC3-B21EDC2862A1}" presName="conn2-1" presStyleLbl="parChTrans1D2" presStyleIdx="0" presStyleCnt="4"/>
      <dgm:spPr/>
    </dgm:pt>
    <dgm:pt modelId="{5BDB976F-4D56-44EF-9A26-A3381AF046F4}" type="pres">
      <dgm:prSet presAssocID="{3BC42AEB-C6C4-4F56-8FC3-B21EDC2862A1}" presName="connTx" presStyleLbl="parChTrans1D2" presStyleIdx="0" presStyleCnt="4"/>
      <dgm:spPr/>
    </dgm:pt>
    <dgm:pt modelId="{0B352170-ABED-449F-A79C-0329F33AD57F}" type="pres">
      <dgm:prSet presAssocID="{3C8AA88B-19C1-46A9-9339-AF1C807EDDEB}" presName="root2" presStyleCnt="0"/>
      <dgm:spPr/>
    </dgm:pt>
    <dgm:pt modelId="{F40839C1-2512-463B-9EC0-7EA02485A12B}" type="pres">
      <dgm:prSet presAssocID="{3C8AA88B-19C1-46A9-9339-AF1C807EDDEB}" presName="LevelTwoTextNode" presStyleLbl="node2" presStyleIdx="0" presStyleCnt="4">
        <dgm:presLayoutVars>
          <dgm:chPref val="3"/>
        </dgm:presLayoutVars>
      </dgm:prSet>
      <dgm:spPr/>
    </dgm:pt>
    <dgm:pt modelId="{CC1A0695-4774-4DB7-91EC-4FAFD9767C0D}" type="pres">
      <dgm:prSet presAssocID="{3C8AA88B-19C1-46A9-9339-AF1C807EDDEB}" presName="level3hierChild" presStyleCnt="0"/>
      <dgm:spPr/>
    </dgm:pt>
    <dgm:pt modelId="{D81FBCDB-8783-4DCA-BF1F-C21641A7E69F}" type="pres">
      <dgm:prSet presAssocID="{B286D46E-7F69-4C96-AB39-9DD31CB82015}" presName="conn2-1" presStyleLbl="parChTrans1D2" presStyleIdx="1" presStyleCnt="4"/>
      <dgm:spPr/>
    </dgm:pt>
    <dgm:pt modelId="{D4B4A251-6BD8-4624-9060-F876CF1582B9}" type="pres">
      <dgm:prSet presAssocID="{B286D46E-7F69-4C96-AB39-9DD31CB82015}" presName="connTx" presStyleLbl="parChTrans1D2" presStyleIdx="1" presStyleCnt="4"/>
      <dgm:spPr/>
    </dgm:pt>
    <dgm:pt modelId="{1C0B8A5E-35BF-4BCE-BC89-3856E81BEFB2}" type="pres">
      <dgm:prSet presAssocID="{CB25D822-7475-4E10-A3C3-B71887B0CC0C}" presName="root2" presStyleCnt="0"/>
      <dgm:spPr/>
    </dgm:pt>
    <dgm:pt modelId="{76203AAF-9444-4313-A03D-57201CB02A7C}" type="pres">
      <dgm:prSet presAssocID="{CB25D822-7475-4E10-A3C3-B71887B0CC0C}" presName="LevelTwoTextNode" presStyleLbl="node2" presStyleIdx="1" presStyleCnt="4">
        <dgm:presLayoutVars>
          <dgm:chPref val="3"/>
        </dgm:presLayoutVars>
      </dgm:prSet>
      <dgm:spPr/>
    </dgm:pt>
    <dgm:pt modelId="{5D9592C9-04E7-4040-96B9-CA2B7ECFEC68}" type="pres">
      <dgm:prSet presAssocID="{CB25D822-7475-4E10-A3C3-B71887B0CC0C}" presName="level3hierChild" presStyleCnt="0"/>
      <dgm:spPr/>
    </dgm:pt>
    <dgm:pt modelId="{44E7ADDD-7235-4951-B142-5D6383E84EE8}" type="pres">
      <dgm:prSet presAssocID="{9A116DF2-0389-4C5F-870A-0F4D3310BD9F}" presName="root1" presStyleCnt="0"/>
      <dgm:spPr/>
    </dgm:pt>
    <dgm:pt modelId="{920C0710-2244-4C16-87D0-AFB249270537}" type="pres">
      <dgm:prSet presAssocID="{9A116DF2-0389-4C5F-870A-0F4D3310BD9F}" presName="LevelOneTextNode" presStyleLbl="node0" presStyleIdx="2" presStyleCnt="4">
        <dgm:presLayoutVars>
          <dgm:chPref val="3"/>
        </dgm:presLayoutVars>
      </dgm:prSet>
      <dgm:spPr/>
    </dgm:pt>
    <dgm:pt modelId="{4BF042CA-CD06-4E38-841B-751348054B49}" type="pres">
      <dgm:prSet presAssocID="{9A116DF2-0389-4C5F-870A-0F4D3310BD9F}" presName="level2hierChild" presStyleCnt="0"/>
      <dgm:spPr/>
    </dgm:pt>
    <dgm:pt modelId="{72E70D8D-6CB4-45E1-ACE6-280283646BAD}" type="pres">
      <dgm:prSet presAssocID="{BBD5C1FA-B99C-4434-B665-D64ABF6AA09A}" presName="root1" presStyleCnt="0"/>
      <dgm:spPr/>
    </dgm:pt>
    <dgm:pt modelId="{DA02E406-5969-4897-8CE3-9B319676D9F1}" type="pres">
      <dgm:prSet presAssocID="{BBD5C1FA-B99C-4434-B665-D64ABF6AA09A}" presName="LevelOneTextNode" presStyleLbl="node0" presStyleIdx="3" presStyleCnt="4">
        <dgm:presLayoutVars>
          <dgm:chPref val="3"/>
        </dgm:presLayoutVars>
      </dgm:prSet>
      <dgm:spPr/>
    </dgm:pt>
    <dgm:pt modelId="{BB12130F-E075-41F7-9C5B-6B25E774CAC2}" type="pres">
      <dgm:prSet presAssocID="{BBD5C1FA-B99C-4434-B665-D64ABF6AA09A}" presName="level2hierChild" presStyleCnt="0"/>
      <dgm:spPr/>
    </dgm:pt>
    <dgm:pt modelId="{A3CC5022-B625-432A-BBA8-B12CFD99C078}" type="pres">
      <dgm:prSet presAssocID="{AC1EAE15-A852-44B2-9EC4-0D6D71211C9E}" presName="conn2-1" presStyleLbl="parChTrans1D2" presStyleIdx="2" presStyleCnt="4"/>
      <dgm:spPr/>
    </dgm:pt>
    <dgm:pt modelId="{83AE77EE-95DF-47F5-A757-E7FE00CF136D}" type="pres">
      <dgm:prSet presAssocID="{AC1EAE15-A852-44B2-9EC4-0D6D71211C9E}" presName="connTx" presStyleLbl="parChTrans1D2" presStyleIdx="2" presStyleCnt="4"/>
      <dgm:spPr/>
    </dgm:pt>
    <dgm:pt modelId="{339D472D-1D71-4994-9D5E-08C2FBC3F8B6}" type="pres">
      <dgm:prSet presAssocID="{EA123510-8AE1-40E6-9F0A-9E52F663887B}" presName="root2" presStyleCnt="0"/>
      <dgm:spPr/>
    </dgm:pt>
    <dgm:pt modelId="{009B68BF-2B85-4484-B671-98FCEC802679}" type="pres">
      <dgm:prSet presAssocID="{EA123510-8AE1-40E6-9F0A-9E52F663887B}" presName="LevelTwoTextNode" presStyleLbl="node2" presStyleIdx="2" presStyleCnt="4">
        <dgm:presLayoutVars>
          <dgm:chPref val="3"/>
        </dgm:presLayoutVars>
      </dgm:prSet>
      <dgm:spPr/>
    </dgm:pt>
    <dgm:pt modelId="{9E3537AF-AAEF-4838-8092-FB2BFAEE5D24}" type="pres">
      <dgm:prSet presAssocID="{EA123510-8AE1-40E6-9F0A-9E52F663887B}" presName="level3hierChild" presStyleCnt="0"/>
      <dgm:spPr/>
    </dgm:pt>
    <dgm:pt modelId="{08FBF140-E603-4523-8821-BF60F1B22BF0}" type="pres">
      <dgm:prSet presAssocID="{EF46624B-89DA-4C43-992C-3DB25BF9B1BF}" presName="conn2-1" presStyleLbl="parChTrans1D2" presStyleIdx="3" presStyleCnt="4"/>
      <dgm:spPr/>
    </dgm:pt>
    <dgm:pt modelId="{C97DB64C-3314-4C33-8CC9-1A709620BA7D}" type="pres">
      <dgm:prSet presAssocID="{EF46624B-89DA-4C43-992C-3DB25BF9B1BF}" presName="connTx" presStyleLbl="parChTrans1D2" presStyleIdx="3" presStyleCnt="4"/>
      <dgm:spPr/>
    </dgm:pt>
    <dgm:pt modelId="{C61D246E-537E-46CB-B2D6-2691D1DC7C8E}" type="pres">
      <dgm:prSet presAssocID="{89414133-44D9-43C3-BBAA-BE99DE740DC8}" presName="root2" presStyleCnt="0"/>
      <dgm:spPr/>
    </dgm:pt>
    <dgm:pt modelId="{1AB08EDD-C2D9-4D8A-8EC5-20E14C5F836F}" type="pres">
      <dgm:prSet presAssocID="{89414133-44D9-43C3-BBAA-BE99DE740DC8}" presName="LevelTwoTextNode" presStyleLbl="node2" presStyleIdx="3" presStyleCnt="4">
        <dgm:presLayoutVars>
          <dgm:chPref val="3"/>
        </dgm:presLayoutVars>
      </dgm:prSet>
      <dgm:spPr/>
    </dgm:pt>
    <dgm:pt modelId="{9E486203-3E3B-42EE-81BA-B21832B39A0B}" type="pres">
      <dgm:prSet presAssocID="{89414133-44D9-43C3-BBAA-BE99DE740DC8}" presName="level3hierChild" presStyleCnt="0"/>
      <dgm:spPr/>
    </dgm:pt>
  </dgm:ptLst>
  <dgm:cxnLst>
    <dgm:cxn modelId="{DC4AE701-588B-453A-8484-8584F29AF1A7}" srcId="{CFD10417-283F-4F26-99C6-6958A56A1761}" destId="{4FA54677-0152-475E-9AFE-AFE2EB89B1D0}" srcOrd="1" destOrd="0" parTransId="{D200E38D-CFB4-40D6-93A6-C0615792529D}" sibTransId="{0BFA569F-6AD5-43E1-BBAE-855D41C642B3}"/>
    <dgm:cxn modelId="{DF3F5602-8A56-4AC8-AA78-9F19243587FA}" type="presOf" srcId="{9A116DF2-0389-4C5F-870A-0F4D3310BD9F}" destId="{920C0710-2244-4C16-87D0-AFB249270537}" srcOrd="0" destOrd="0" presId="urn:microsoft.com/office/officeart/2005/8/layout/hierarchy2"/>
    <dgm:cxn modelId="{280FE715-1796-4AA1-913A-6AB7021F2116}" type="presOf" srcId="{AC1EAE15-A852-44B2-9EC4-0D6D71211C9E}" destId="{A3CC5022-B625-432A-BBA8-B12CFD99C078}" srcOrd="0" destOrd="0" presId="urn:microsoft.com/office/officeart/2005/8/layout/hierarchy2"/>
    <dgm:cxn modelId="{25B37E1B-E2C3-4D16-ADAA-DA45733DF4D8}" type="presOf" srcId="{EA123510-8AE1-40E6-9F0A-9E52F663887B}" destId="{009B68BF-2B85-4484-B671-98FCEC802679}" srcOrd="0" destOrd="0" presId="urn:microsoft.com/office/officeart/2005/8/layout/hierarchy2"/>
    <dgm:cxn modelId="{F673BB21-B6B6-47E0-9A59-98AFCAC402B0}" srcId="{CFD10417-283F-4F26-99C6-6958A56A1761}" destId="{9A116DF2-0389-4C5F-870A-0F4D3310BD9F}" srcOrd="2" destOrd="0" parTransId="{D547E782-BEB3-4E04-A9BA-7BC73DC5D7CC}" sibTransId="{A97FFB53-C502-4058-AC7E-BFF9FAF98F0A}"/>
    <dgm:cxn modelId="{C49D2B3D-36A9-463F-A8E5-678AE3DC9D95}" type="presOf" srcId="{BBD5C1FA-B99C-4434-B665-D64ABF6AA09A}" destId="{DA02E406-5969-4897-8CE3-9B319676D9F1}" srcOrd="0" destOrd="0" presId="urn:microsoft.com/office/officeart/2005/8/layout/hierarchy2"/>
    <dgm:cxn modelId="{D7A3A75E-847C-4F4D-8A73-B967942CAA9B}" type="presOf" srcId="{CB25D822-7475-4E10-A3C3-B71887B0CC0C}" destId="{76203AAF-9444-4313-A03D-57201CB02A7C}" srcOrd="0" destOrd="0" presId="urn:microsoft.com/office/officeart/2005/8/layout/hierarchy2"/>
    <dgm:cxn modelId="{E21EA565-8505-4058-9A28-B30D7640DF77}" type="presOf" srcId="{EF46624B-89DA-4C43-992C-3DB25BF9B1BF}" destId="{C97DB64C-3314-4C33-8CC9-1A709620BA7D}" srcOrd="1" destOrd="0" presId="urn:microsoft.com/office/officeart/2005/8/layout/hierarchy2"/>
    <dgm:cxn modelId="{7B201673-EEE8-4378-9059-AD4C69D96844}" srcId="{4FA54677-0152-475E-9AFE-AFE2EB89B1D0}" destId="{3C8AA88B-19C1-46A9-9339-AF1C807EDDEB}" srcOrd="0" destOrd="0" parTransId="{3BC42AEB-C6C4-4F56-8FC3-B21EDC2862A1}" sibTransId="{3AF1F5FF-AC49-4749-A687-88754CBBCEC8}"/>
    <dgm:cxn modelId="{A0567C85-E473-4D3A-84EA-F3896AA12E9F}" type="presOf" srcId="{89414133-44D9-43C3-BBAA-BE99DE740DC8}" destId="{1AB08EDD-C2D9-4D8A-8EC5-20E14C5F836F}" srcOrd="0" destOrd="0" presId="urn:microsoft.com/office/officeart/2005/8/layout/hierarchy2"/>
    <dgm:cxn modelId="{B718F28A-421C-4791-80E6-2CDDDA32A9BB}" type="presOf" srcId="{3BC42AEB-C6C4-4F56-8FC3-B21EDC2862A1}" destId="{7D9379C5-B1FB-47F8-B607-180DAEA2BEBF}" srcOrd="0" destOrd="0" presId="urn:microsoft.com/office/officeart/2005/8/layout/hierarchy2"/>
    <dgm:cxn modelId="{E75D6592-558F-4B0C-A173-A05CEDB2FFDB}" type="presOf" srcId="{CFD10417-283F-4F26-99C6-6958A56A1761}" destId="{8F62434B-D147-4C9C-ADEF-129AD04C3885}" srcOrd="0" destOrd="0" presId="urn:microsoft.com/office/officeart/2005/8/layout/hierarchy2"/>
    <dgm:cxn modelId="{F3966992-F21B-4F30-8622-002F0D5C7676}" type="presOf" srcId="{EF46624B-89DA-4C43-992C-3DB25BF9B1BF}" destId="{08FBF140-E603-4523-8821-BF60F1B22BF0}" srcOrd="0" destOrd="0" presId="urn:microsoft.com/office/officeart/2005/8/layout/hierarchy2"/>
    <dgm:cxn modelId="{662E1093-5145-4282-9720-50BD3C98544F}" type="presOf" srcId="{B286D46E-7F69-4C96-AB39-9DD31CB82015}" destId="{D4B4A251-6BD8-4624-9060-F876CF1582B9}" srcOrd="1" destOrd="0" presId="urn:microsoft.com/office/officeart/2005/8/layout/hierarchy2"/>
    <dgm:cxn modelId="{32256C97-7881-4258-93E4-E0657EC7A610}" type="presOf" srcId="{3BC42AEB-C6C4-4F56-8FC3-B21EDC2862A1}" destId="{5BDB976F-4D56-44EF-9A26-A3381AF046F4}" srcOrd="1" destOrd="0" presId="urn:microsoft.com/office/officeart/2005/8/layout/hierarchy2"/>
    <dgm:cxn modelId="{DF41A39B-25E9-4236-930D-8A7DBA972721}" type="presOf" srcId="{3C8AA88B-19C1-46A9-9339-AF1C807EDDEB}" destId="{F40839C1-2512-463B-9EC0-7EA02485A12B}" srcOrd="0" destOrd="0" presId="urn:microsoft.com/office/officeart/2005/8/layout/hierarchy2"/>
    <dgm:cxn modelId="{472660A6-7D92-4786-9C56-C372E15143FA}" srcId="{BBD5C1FA-B99C-4434-B665-D64ABF6AA09A}" destId="{89414133-44D9-43C3-BBAA-BE99DE740DC8}" srcOrd="1" destOrd="0" parTransId="{EF46624B-89DA-4C43-992C-3DB25BF9B1BF}" sibTransId="{51128ACA-8EE6-47E3-8B47-B98A5CDD48DA}"/>
    <dgm:cxn modelId="{00C220B5-3EC0-4B08-B8DC-B40100EC4113}" type="presOf" srcId="{B286D46E-7F69-4C96-AB39-9DD31CB82015}" destId="{D81FBCDB-8783-4DCA-BF1F-C21641A7E69F}" srcOrd="0" destOrd="0" presId="urn:microsoft.com/office/officeart/2005/8/layout/hierarchy2"/>
    <dgm:cxn modelId="{AF4811CE-94C0-41FF-B6A4-15771391E4E2}" type="presOf" srcId="{DE033CEF-29B1-4387-A0CC-3BDADFD4A98C}" destId="{90AACEAA-78C6-4E18-B796-26B1DAE56184}" srcOrd="0" destOrd="0" presId="urn:microsoft.com/office/officeart/2005/8/layout/hierarchy2"/>
    <dgm:cxn modelId="{BBC4C3D8-431E-452E-94CD-76441736F86D}" type="presOf" srcId="{AC1EAE15-A852-44B2-9EC4-0D6D71211C9E}" destId="{83AE77EE-95DF-47F5-A757-E7FE00CF136D}" srcOrd="1" destOrd="0" presId="urn:microsoft.com/office/officeart/2005/8/layout/hierarchy2"/>
    <dgm:cxn modelId="{B949B3E0-8C4E-470D-8482-1F474A622509}" srcId="{4FA54677-0152-475E-9AFE-AFE2EB89B1D0}" destId="{CB25D822-7475-4E10-A3C3-B71887B0CC0C}" srcOrd="1" destOrd="0" parTransId="{B286D46E-7F69-4C96-AB39-9DD31CB82015}" sibTransId="{A789A34A-38F4-41C3-86D4-CF61554CAB5D}"/>
    <dgm:cxn modelId="{E111E0E1-BF79-4815-A62E-08BA9BA5F43B}" srcId="{BBD5C1FA-B99C-4434-B665-D64ABF6AA09A}" destId="{EA123510-8AE1-40E6-9F0A-9E52F663887B}" srcOrd="0" destOrd="0" parTransId="{AC1EAE15-A852-44B2-9EC4-0D6D71211C9E}" sibTransId="{D1745156-9FFA-49CD-820F-F34DD7483890}"/>
    <dgm:cxn modelId="{F4D5C9E2-EB44-477D-81D5-F7547FF976C2}" srcId="{CFD10417-283F-4F26-99C6-6958A56A1761}" destId="{DE033CEF-29B1-4387-A0CC-3BDADFD4A98C}" srcOrd="0" destOrd="0" parTransId="{8C34788D-F528-450C-9005-79EAB5E66787}" sibTransId="{72A641ED-9438-46A8-A6B8-1D2D0C6AFD1E}"/>
    <dgm:cxn modelId="{526576EB-0A87-4356-8BB6-0FA5CB9B1C9E}" srcId="{CFD10417-283F-4F26-99C6-6958A56A1761}" destId="{BBD5C1FA-B99C-4434-B665-D64ABF6AA09A}" srcOrd="3" destOrd="0" parTransId="{ADFC1E36-A792-409F-8FA0-91621094C40D}" sibTransId="{33ECF5FC-DA59-4462-8193-F90281C837FE}"/>
    <dgm:cxn modelId="{B88546FE-3792-4A73-9EFC-6845CAFB0641}" type="presOf" srcId="{4FA54677-0152-475E-9AFE-AFE2EB89B1D0}" destId="{DC32CB79-E460-4BEC-8949-467B7511E7DB}" srcOrd="0" destOrd="0" presId="urn:microsoft.com/office/officeart/2005/8/layout/hierarchy2"/>
    <dgm:cxn modelId="{CA77A61C-4704-48EE-B779-36B12A47A339}" type="presParOf" srcId="{8F62434B-D147-4C9C-ADEF-129AD04C3885}" destId="{6FC1F4BE-BFD6-42C4-A8E4-91BBAC04DA78}" srcOrd="0" destOrd="0" presId="urn:microsoft.com/office/officeart/2005/8/layout/hierarchy2"/>
    <dgm:cxn modelId="{BF6E9920-8319-4C50-BA9F-AE608F20BD72}" type="presParOf" srcId="{6FC1F4BE-BFD6-42C4-A8E4-91BBAC04DA78}" destId="{90AACEAA-78C6-4E18-B796-26B1DAE56184}" srcOrd="0" destOrd="0" presId="urn:microsoft.com/office/officeart/2005/8/layout/hierarchy2"/>
    <dgm:cxn modelId="{763F5520-F967-4EF7-9F4D-B9161B23774F}" type="presParOf" srcId="{6FC1F4BE-BFD6-42C4-A8E4-91BBAC04DA78}" destId="{F422DC34-D2FC-49AC-8A56-FAD7B30AD0FF}" srcOrd="1" destOrd="0" presId="urn:microsoft.com/office/officeart/2005/8/layout/hierarchy2"/>
    <dgm:cxn modelId="{8754BF50-FE75-49D4-9D3C-E221FD2942F5}" type="presParOf" srcId="{8F62434B-D147-4C9C-ADEF-129AD04C3885}" destId="{8C64ADE0-D488-47BF-9133-CD720F6BD957}" srcOrd="1" destOrd="0" presId="urn:microsoft.com/office/officeart/2005/8/layout/hierarchy2"/>
    <dgm:cxn modelId="{C269682B-089B-4F60-A0DA-05C5ACE56F3E}" type="presParOf" srcId="{8C64ADE0-D488-47BF-9133-CD720F6BD957}" destId="{DC32CB79-E460-4BEC-8949-467B7511E7DB}" srcOrd="0" destOrd="0" presId="urn:microsoft.com/office/officeart/2005/8/layout/hierarchy2"/>
    <dgm:cxn modelId="{FE381A01-142D-43C2-A949-2E4C31A06081}" type="presParOf" srcId="{8C64ADE0-D488-47BF-9133-CD720F6BD957}" destId="{8C8EB7FD-4CAD-444C-8C8E-F747D8BA0A10}" srcOrd="1" destOrd="0" presId="urn:microsoft.com/office/officeart/2005/8/layout/hierarchy2"/>
    <dgm:cxn modelId="{F3CE79A9-01ED-4E85-96C8-5C7D5F031F49}" type="presParOf" srcId="{8C8EB7FD-4CAD-444C-8C8E-F747D8BA0A10}" destId="{7D9379C5-B1FB-47F8-B607-180DAEA2BEBF}" srcOrd="0" destOrd="0" presId="urn:microsoft.com/office/officeart/2005/8/layout/hierarchy2"/>
    <dgm:cxn modelId="{D0A7A086-2003-40ED-9570-57EFFFD3D019}" type="presParOf" srcId="{7D9379C5-B1FB-47F8-B607-180DAEA2BEBF}" destId="{5BDB976F-4D56-44EF-9A26-A3381AF046F4}" srcOrd="0" destOrd="0" presId="urn:microsoft.com/office/officeart/2005/8/layout/hierarchy2"/>
    <dgm:cxn modelId="{3D974F64-6515-4EC8-A027-D5B87DA38015}" type="presParOf" srcId="{8C8EB7FD-4CAD-444C-8C8E-F747D8BA0A10}" destId="{0B352170-ABED-449F-A79C-0329F33AD57F}" srcOrd="1" destOrd="0" presId="urn:microsoft.com/office/officeart/2005/8/layout/hierarchy2"/>
    <dgm:cxn modelId="{9D9022E9-C513-4E67-97E3-158EB23BCC05}" type="presParOf" srcId="{0B352170-ABED-449F-A79C-0329F33AD57F}" destId="{F40839C1-2512-463B-9EC0-7EA02485A12B}" srcOrd="0" destOrd="0" presId="urn:microsoft.com/office/officeart/2005/8/layout/hierarchy2"/>
    <dgm:cxn modelId="{BEF39B67-0213-4CB1-9B30-9BFD3A16BDBA}" type="presParOf" srcId="{0B352170-ABED-449F-A79C-0329F33AD57F}" destId="{CC1A0695-4774-4DB7-91EC-4FAFD9767C0D}" srcOrd="1" destOrd="0" presId="urn:microsoft.com/office/officeart/2005/8/layout/hierarchy2"/>
    <dgm:cxn modelId="{C6A97B4E-F7B6-47FF-9D92-D313AD7521B5}" type="presParOf" srcId="{8C8EB7FD-4CAD-444C-8C8E-F747D8BA0A10}" destId="{D81FBCDB-8783-4DCA-BF1F-C21641A7E69F}" srcOrd="2" destOrd="0" presId="urn:microsoft.com/office/officeart/2005/8/layout/hierarchy2"/>
    <dgm:cxn modelId="{AD856EBC-E5F2-45CB-B3FE-D7DD2D6105BD}" type="presParOf" srcId="{D81FBCDB-8783-4DCA-BF1F-C21641A7E69F}" destId="{D4B4A251-6BD8-4624-9060-F876CF1582B9}" srcOrd="0" destOrd="0" presId="urn:microsoft.com/office/officeart/2005/8/layout/hierarchy2"/>
    <dgm:cxn modelId="{FDFBA2B8-3288-4343-AF3C-BB2D1A82160E}" type="presParOf" srcId="{8C8EB7FD-4CAD-444C-8C8E-F747D8BA0A10}" destId="{1C0B8A5E-35BF-4BCE-BC89-3856E81BEFB2}" srcOrd="3" destOrd="0" presId="urn:microsoft.com/office/officeart/2005/8/layout/hierarchy2"/>
    <dgm:cxn modelId="{DB560740-16DE-4EA3-B7E9-63F92B3EA07F}" type="presParOf" srcId="{1C0B8A5E-35BF-4BCE-BC89-3856E81BEFB2}" destId="{76203AAF-9444-4313-A03D-57201CB02A7C}" srcOrd="0" destOrd="0" presId="urn:microsoft.com/office/officeart/2005/8/layout/hierarchy2"/>
    <dgm:cxn modelId="{84B93091-2983-46E5-8338-32BCB3ACB7AB}" type="presParOf" srcId="{1C0B8A5E-35BF-4BCE-BC89-3856E81BEFB2}" destId="{5D9592C9-04E7-4040-96B9-CA2B7ECFEC68}" srcOrd="1" destOrd="0" presId="urn:microsoft.com/office/officeart/2005/8/layout/hierarchy2"/>
    <dgm:cxn modelId="{BAA60FDB-C904-4935-9ABA-05D5F035BCA1}" type="presParOf" srcId="{8F62434B-D147-4C9C-ADEF-129AD04C3885}" destId="{44E7ADDD-7235-4951-B142-5D6383E84EE8}" srcOrd="2" destOrd="0" presId="urn:microsoft.com/office/officeart/2005/8/layout/hierarchy2"/>
    <dgm:cxn modelId="{83834E20-F5D8-4743-AC76-1EA2193C6BBF}" type="presParOf" srcId="{44E7ADDD-7235-4951-B142-5D6383E84EE8}" destId="{920C0710-2244-4C16-87D0-AFB249270537}" srcOrd="0" destOrd="0" presId="urn:microsoft.com/office/officeart/2005/8/layout/hierarchy2"/>
    <dgm:cxn modelId="{C756124B-C422-496C-8793-205B378C92F0}" type="presParOf" srcId="{44E7ADDD-7235-4951-B142-5D6383E84EE8}" destId="{4BF042CA-CD06-4E38-841B-751348054B49}" srcOrd="1" destOrd="0" presId="urn:microsoft.com/office/officeart/2005/8/layout/hierarchy2"/>
    <dgm:cxn modelId="{89AE310E-A90A-4B28-A546-E5641923EB1F}" type="presParOf" srcId="{8F62434B-D147-4C9C-ADEF-129AD04C3885}" destId="{72E70D8D-6CB4-45E1-ACE6-280283646BAD}" srcOrd="3" destOrd="0" presId="urn:microsoft.com/office/officeart/2005/8/layout/hierarchy2"/>
    <dgm:cxn modelId="{3F3893FE-8CDB-4361-B2BF-637CEC38A57B}" type="presParOf" srcId="{72E70D8D-6CB4-45E1-ACE6-280283646BAD}" destId="{DA02E406-5969-4897-8CE3-9B319676D9F1}" srcOrd="0" destOrd="0" presId="urn:microsoft.com/office/officeart/2005/8/layout/hierarchy2"/>
    <dgm:cxn modelId="{204FAA4E-11ED-4BEC-A6A6-9559E5946EFC}" type="presParOf" srcId="{72E70D8D-6CB4-45E1-ACE6-280283646BAD}" destId="{BB12130F-E075-41F7-9C5B-6B25E774CAC2}" srcOrd="1" destOrd="0" presId="urn:microsoft.com/office/officeart/2005/8/layout/hierarchy2"/>
    <dgm:cxn modelId="{65FCBCEC-CF20-4DE2-8EA4-286ADA9C1B22}" type="presParOf" srcId="{BB12130F-E075-41F7-9C5B-6B25E774CAC2}" destId="{A3CC5022-B625-432A-BBA8-B12CFD99C078}" srcOrd="0" destOrd="0" presId="urn:microsoft.com/office/officeart/2005/8/layout/hierarchy2"/>
    <dgm:cxn modelId="{B1F2EFB6-554E-4998-A885-CE15827E10A9}" type="presParOf" srcId="{A3CC5022-B625-432A-BBA8-B12CFD99C078}" destId="{83AE77EE-95DF-47F5-A757-E7FE00CF136D}" srcOrd="0" destOrd="0" presId="urn:microsoft.com/office/officeart/2005/8/layout/hierarchy2"/>
    <dgm:cxn modelId="{1199D63F-B28F-4E03-977D-CC775837ABF1}" type="presParOf" srcId="{BB12130F-E075-41F7-9C5B-6B25E774CAC2}" destId="{339D472D-1D71-4994-9D5E-08C2FBC3F8B6}" srcOrd="1" destOrd="0" presId="urn:microsoft.com/office/officeart/2005/8/layout/hierarchy2"/>
    <dgm:cxn modelId="{1F81A42B-C06D-494B-8D61-645A3C515A30}" type="presParOf" srcId="{339D472D-1D71-4994-9D5E-08C2FBC3F8B6}" destId="{009B68BF-2B85-4484-B671-98FCEC802679}" srcOrd="0" destOrd="0" presId="urn:microsoft.com/office/officeart/2005/8/layout/hierarchy2"/>
    <dgm:cxn modelId="{191B34CC-52B0-4747-B174-A0278DAC78BD}" type="presParOf" srcId="{339D472D-1D71-4994-9D5E-08C2FBC3F8B6}" destId="{9E3537AF-AAEF-4838-8092-FB2BFAEE5D24}" srcOrd="1" destOrd="0" presId="urn:microsoft.com/office/officeart/2005/8/layout/hierarchy2"/>
    <dgm:cxn modelId="{B2310A43-A86A-4525-A442-28D96777C1C3}" type="presParOf" srcId="{BB12130F-E075-41F7-9C5B-6B25E774CAC2}" destId="{08FBF140-E603-4523-8821-BF60F1B22BF0}" srcOrd="2" destOrd="0" presId="urn:microsoft.com/office/officeart/2005/8/layout/hierarchy2"/>
    <dgm:cxn modelId="{DE5CAB48-3968-4BAA-8EF1-B6F427859D96}" type="presParOf" srcId="{08FBF140-E603-4523-8821-BF60F1B22BF0}" destId="{C97DB64C-3314-4C33-8CC9-1A709620BA7D}" srcOrd="0" destOrd="0" presId="urn:microsoft.com/office/officeart/2005/8/layout/hierarchy2"/>
    <dgm:cxn modelId="{03DE3191-893D-4757-96A3-271911073611}" type="presParOf" srcId="{BB12130F-E075-41F7-9C5B-6B25E774CAC2}" destId="{C61D246E-537E-46CB-B2D6-2691D1DC7C8E}" srcOrd="3" destOrd="0" presId="urn:microsoft.com/office/officeart/2005/8/layout/hierarchy2"/>
    <dgm:cxn modelId="{F67B1586-3056-497C-98D9-BE1FAB6A7813}" type="presParOf" srcId="{C61D246E-537E-46CB-B2D6-2691D1DC7C8E}" destId="{1AB08EDD-C2D9-4D8A-8EC5-20E14C5F836F}" srcOrd="0" destOrd="0" presId="urn:microsoft.com/office/officeart/2005/8/layout/hierarchy2"/>
    <dgm:cxn modelId="{5A5A9026-0749-4603-A360-6E4BCA845F31}" type="presParOf" srcId="{C61D246E-537E-46CB-B2D6-2691D1DC7C8E}" destId="{9E486203-3E3B-42EE-81BA-B21832B39A0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E0214-C751-409B-8477-6900298CCC53}">
      <dsp:nvSpPr>
        <dsp:cNvPr id="0" name=""/>
        <dsp:cNvSpPr/>
      </dsp:nvSpPr>
      <dsp:spPr>
        <a:xfrm>
          <a:off x="3349" y="1359155"/>
          <a:ext cx="2073684" cy="10368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Sistemas Gestores de Bases de Datos (SGBD)</a:t>
          </a:r>
        </a:p>
      </dsp:txBody>
      <dsp:txXfrm>
        <a:off x="33717" y="1389523"/>
        <a:ext cx="2012948" cy="976106"/>
      </dsp:txXfrm>
    </dsp:sp>
    <dsp:sp modelId="{12B11E7E-3757-441B-96EA-307EB78DD374}">
      <dsp:nvSpPr>
        <dsp:cNvPr id="0" name=""/>
        <dsp:cNvSpPr/>
      </dsp:nvSpPr>
      <dsp:spPr>
        <a:xfrm rot="18770822">
          <a:off x="1881902" y="1408993"/>
          <a:ext cx="1219736" cy="42890"/>
        </a:xfrm>
        <a:custGeom>
          <a:avLst/>
          <a:gdLst/>
          <a:ahLst/>
          <a:cxnLst/>
          <a:rect l="0" t="0" r="0" b="0"/>
          <a:pathLst>
            <a:path>
              <a:moveTo>
                <a:pt x="0" y="21445"/>
              </a:moveTo>
              <a:lnTo>
                <a:pt x="1219736" y="2144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461277" y="1399945"/>
        <a:ext cx="60986" cy="60986"/>
      </dsp:txXfrm>
    </dsp:sp>
    <dsp:sp modelId="{74FE4BD6-0C8F-40BD-83F6-C6C888E601DC}">
      <dsp:nvSpPr>
        <dsp:cNvPr id="0" name=""/>
        <dsp:cNvSpPr/>
      </dsp:nvSpPr>
      <dsp:spPr>
        <a:xfrm>
          <a:off x="2906507" y="464879"/>
          <a:ext cx="2073684" cy="103684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Colección de Datos Interrelacionados</a:t>
          </a:r>
        </a:p>
      </dsp:txBody>
      <dsp:txXfrm>
        <a:off x="2936875" y="495247"/>
        <a:ext cx="2012948" cy="976106"/>
      </dsp:txXfrm>
    </dsp:sp>
    <dsp:sp modelId="{274DC0AE-5751-47A0-9A65-959138AFDA37}">
      <dsp:nvSpPr>
        <dsp:cNvPr id="0" name=""/>
        <dsp:cNvSpPr/>
      </dsp:nvSpPr>
      <dsp:spPr>
        <a:xfrm>
          <a:off x="4980192" y="961855"/>
          <a:ext cx="829473" cy="42890"/>
        </a:xfrm>
        <a:custGeom>
          <a:avLst/>
          <a:gdLst/>
          <a:ahLst/>
          <a:cxnLst/>
          <a:rect l="0" t="0" r="0" b="0"/>
          <a:pathLst>
            <a:path>
              <a:moveTo>
                <a:pt x="0" y="21445"/>
              </a:moveTo>
              <a:lnTo>
                <a:pt x="829473" y="2144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5374192" y="962563"/>
        <a:ext cx="41473" cy="41473"/>
      </dsp:txXfrm>
    </dsp:sp>
    <dsp:sp modelId="{1B7F0C44-4DEE-4E35-B1D5-CAA5740B561F}">
      <dsp:nvSpPr>
        <dsp:cNvPr id="0" name=""/>
        <dsp:cNvSpPr/>
      </dsp:nvSpPr>
      <dsp:spPr>
        <a:xfrm>
          <a:off x="5809666" y="464879"/>
          <a:ext cx="2073684" cy="103684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Bases de Datos</a:t>
          </a:r>
        </a:p>
      </dsp:txBody>
      <dsp:txXfrm>
        <a:off x="5840034" y="495247"/>
        <a:ext cx="2012948" cy="976106"/>
      </dsp:txXfrm>
    </dsp:sp>
    <dsp:sp modelId="{B1F8E8DC-E0F4-4218-9EE2-5B198FE2D4B1}">
      <dsp:nvSpPr>
        <dsp:cNvPr id="0" name=""/>
        <dsp:cNvSpPr/>
      </dsp:nvSpPr>
      <dsp:spPr>
        <a:xfrm rot="2829178">
          <a:off x="1881902" y="2303269"/>
          <a:ext cx="1219736" cy="42890"/>
        </a:xfrm>
        <a:custGeom>
          <a:avLst/>
          <a:gdLst/>
          <a:ahLst/>
          <a:cxnLst/>
          <a:rect l="0" t="0" r="0" b="0"/>
          <a:pathLst>
            <a:path>
              <a:moveTo>
                <a:pt x="0" y="21445"/>
              </a:moveTo>
              <a:lnTo>
                <a:pt x="1219736" y="2144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2461277" y="2294221"/>
        <a:ext cx="60986" cy="60986"/>
      </dsp:txXfrm>
    </dsp:sp>
    <dsp:sp modelId="{9195C5CA-1723-4B35-921B-B6FD75B8463A}">
      <dsp:nvSpPr>
        <dsp:cNvPr id="0" name=""/>
        <dsp:cNvSpPr/>
      </dsp:nvSpPr>
      <dsp:spPr>
        <a:xfrm>
          <a:off x="2906507" y="2253432"/>
          <a:ext cx="2073684" cy="103684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Conjunto de Herramientas de Software</a:t>
          </a:r>
        </a:p>
      </dsp:txBody>
      <dsp:txXfrm>
        <a:off x="2936875" y="2283800"/>
        <a:ext cx="2012948" cy="976106"/>
      </dsp:txXfrm>
    </dsp:sp>
    <dsp:sp modelId="{D05B08F7-317B-4834-8129-756023548E87}">
      <dsp:nvSpPr>
        <dsp:cNvPr id="0" name=""/>
        <dsp:cNvSpPr/>
      </dsp:nvSpPr>
      <dsp:spPr>
        <a:xfrm rot="19457599">
          <a:off x="4884179" y="2452315"/>
          <a:ext cx="1021500" cy="42890"/>
        </a:xfrm>
        <a:custGeom>
          <a:avLst/>
          <a:gdLst/>
          <a:ahLst/>
          <a:cxnLst/>
          <a:rect l="0" t="0" r="0" b="0"/>
          <a:pathLst>
            <a:path>
              <a:moveTo>
                <a:pt x="0" y="21445"/>
              </a:moveTo>
              <a:lnTo>
                <a:pt x="1021500" y="2144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5369391" y="2448223"/>
        <a:ext cx="51075" cy="51075"/>
      </dsp:txXfrm>
    </dsp:sp>
    <dsp:sp modelId="{145AC5BA-344E-4B2C-8286-641644FC215D}">
      <dsp:nvSpPr>
        <dsp:cNvPr id="0" name=""/>
        <dsp:cNvSpPr/>
      </dsp:nvSpPr>
      <dsp:spPr>
        <a:xfrm>
          <a:off x="5809666" y="1657247"/>
          <a:ext cx="2073684" cy="103684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Manipulación de Datos</a:t>
          </a:r>
        </a:p>
      </dsp:txBody>
      <dsp:txXfrm>
        <a:off x="5840034" y="1687615"/>
        <a:ext cx="2012948" cy="976106"/>
      </dsp:txXfrm>
    </dsp:sp>
    <dsp:sp modelId="{86B74C3B-C9E3-47FD-84D7-6508E8D54F06}">
      <dsp:nvSpPr>
        <dsp:cNvPr id="0" name=""/>
        <dsp:cNvSpPr/>
      </dsp:nvSpPr>
      <dsp:spPr>
        <a:xfrm rot="2142401">
          <a:off x="4884179" y="3048500"/>
          <a:ext cx="1021500" cy="42890"/>
        </a:xfrm>
        <a:custGeom>
          <a:avLst/>
          <a:gdLst/>
          <a:ahLst/>
          <a:cxnLst/>
          <a:rect l="0" t="0" r="0" b="0"/>
          <a:pathLst>
            <a:path>
              <a:moveTo>
                <a:pt x="0" y="21445"/>
              </a:moveTo>
              <a:lnTo>
                <a:pt x="1021500" y="2144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5369391" y="3044407"/>
        <a:ext cx="51075" cy="51075"/>
      </dsp:txXfrm>
    </dsp:sp>
    <dsp:sp modelId="{3C523622-8087-4328-8816-358BD01F5335}">
      <dsp:nvSpPr>
        <dsp:cNvPr id="0" name=""/>
        <dsp:cNvSpPr/>
      </dsp:nvSpPr>
      <dsp:spPr>
        <a:xfrm>
          <a:off x="5809666" y="2849616"/>
          <a:ext cx="2073684" cy="103684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Administración de Datos</a:t>
          </a:r>
        </a:p>
      </dsp:txBody>
      <dsp:txXfrm>
        <a:off x="5840034" y="2879984"/>
        <a:ext cx="2012948" cy="9761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46BCA1-1B4A-43E0-B4E9-23664672E31D}">
      <dsp:nvSpPr>
        <dsp:cNvPr id="0" name=""/>
        <dsp:cNvSpPr/>
      </dsp:nvSpPr>
      <dsp:spPr>
        <a:xfrm>
          <a:off x="474325" y="197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Relacionales</a:t>
          </a:r>
        </a:p>
      </dsp:txBody>
      <dsp:txXfrm>
        <a:off x="474325" y="1971"/>
        <a:ext cx="2017328" cy="1210396"/>
      </dsp:txXfrm>
    </dsp:sp>
    <dsp:sp modelId="{681A9F3D-E4C8-4274-A2AB-046A123777DF}">
      <dsp:nvSpPr>
        <dsp:cNvPr id="0" name=""/>
        <dsp:cNvSpPr/>
      </dsp:nvSpPr>
      <dsp:spPr>
        <a:xfrm>
          <a:off x="2693385" y="197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Orientadas a Objetos</a:t>
          </a:r>
        </a:p>
      </dsp:txBody>
      <dsp:txXfrm>
        <a:off x="2693385" y="1971"/>
        <a:ext cx="2017328" cy="1210396"/>
      </dsp:txXfrm>
    </dsp:sp>
    <dsp:sp modelId="{8DDDE81B-8DA4-4B50-9962-5791995F57EC}">
      <dsp:nvSpPr>
        <dsp:cNvPr id="0" name=""/>
        <dsp:cNvSpPr/>
      </dsp:nvSpPr>
      <dsp:spPr>
        <a:xfrm>
          <a:off x="4912446" y="197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No Relacionales</a:t>
          </a:r>
        </a:p>
      </dsp:txBody>
      <dsp:txXfrm>
        <a:off x="4912446" y="1971"/>
        <a:ext cx="2017328" cy="1210396"/>
      </dsp:txXfrm>
    </dsp:sp>
    <dsp:sp modelId="{726E4165-E520-44C6-9E9B-DCCA5C6B2FF6}">
      <dsp:nvSpPr>
        <dsp:cNvPr id="0" name=""/>
        <dsp:cNvSpPr/>
      </dsp:nvSpPr>
      <dsp:spPr>
        <a:xfrm>
          <a:off x="474325" y="141410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Distribuidas</a:t>
          </a:r>
        </a:p>
      </dsp:txBody>
      <dsp:txXfrm>
        <a:off x="474325" y="1414101"/>
        <a:ext cx="2017328" cy="1210396"/>
      </dsp:txXfrm>
    </dsp:sp>
    <dsp:sp modelId="{3547C2BC-E4AD-422E-8617-31E2928DA269}">
      <dsp:nvSpPr>
        <dsp:cNvPr id="0" name=""/>
        <dsp:cNvSpPr/>
      </dsp:nvSpPr>
      <dsp:spPr>
        <a:xfrm>
          <a:off x="2693385" y="141410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Jerárquicas</a:t>
          </a:r>
        </a:p>
      </dsp:txBody>
      <dsp:txXfrm>
        <a:off x="2693385" y="1414101"/>
        <a:ext cx="2017328" cy="1210396"/>
      </dsp:txXfrm>
    </dsp:sp>
    <dsp:sp modelId="{DED6958A-71E4-4FA8-9442-F9F160EFD0B9}">
      <dsp:nvSpPr>
        <dsp:cNvPr id="0" name=""/>
        <dsp:cNvSpPr/>
      </dsp:nvSpPr>
      <dsp:spPr>
        <a:xfrm>
          <a:off x="4912446" y="1414101"/>
          <a:ext cx="2017328" cy="12103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Bases de Datos de Red</a:t>
          </a:r>
        </a:p>
      </dsp:txBody>
      <dsp:txXfrm>
        <a:off x="4912446" y="1414101"/>
        <a:ext cx="2017328" cy="1210396"/>
      </dsp:txXfrm>
    </dsp:sp>
    <dsp:sp modelId="{DBC32B91-4A88-4962-8FD3-37B0650511B0}">
      <dsp:nvSpPr>
        <dsp:cNvPr id="0" name=""/>
        <dsp:cNvSpPr/>
      </dsp:nvSpPr>
      <dsp:spPr>
        <a:xfrm>
          <a:off x="2693385" y="2826231"/>
          <a:ext cx="2017328" cy="1210396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300" kern="1200" dirty="0"/>
            <a:t>Big Data</a:t>
          </a:r>
        </a:p>
      </dsp:txBody>
      <dsp:txXfrm>
        <a:off x="2693385" y="2826231"/>
        <a:ext cx="2017328" cy="1210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5CC08E-7092-46F9-B09F-3E67959A4031}">
      <dsp:nvSpPr>
        <dsp:cNvPr id="0" name=""/>
        <dsp:cNvSpPr/>
      </dsp:nvSpPr>
      <dsp:spPr>
        <a:xfrm>
          <a:off x="638052" y="0"/>
          <a:ext cx="7231262" cy="3561806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F4EE4-8E9C-49CF-84AD-94DAB7FF7EE0}">
      <dsp:nvSpPr>
        <dsp:cNvPr id="0" name=""/>
        <dsp:cNvSpPr/>
      </dsp:nvSpPr>
      <dsp:spPr>
        <a:xfrm>
          <a:off x="3689" y="1068541"/>
          <a:ext cx="1685184" cy="142472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Evaluación de Requerimientos</a:t>
          </a:r>
        </a:p>
      </dsp:txBody>
      <dsp:txXfrm>
        <a:off x="73238" y="1138090"/>
        <a:ext cx="1546086" cy="1285624"/>
      </dsp:txXfrm>
    </dsp:sp>
    <dsp:sp modelId="{8179F955-E5EA-42D5-BCB7-6AF225F9BF9C}">
      <dsp:nvSpPr>
        <dsp:cNvPr id="0" name=""/>
        <dsp:cNvSpPr/>
      </dsp:nvSpPr>
      <dsp:spPr>
        <a:xfrm>
          <a:off x="1878503" y="1068541"/>
          <a:ext cx="1137777" cy="1424722"/>
        </a:xfrm>
        <a:prstGeom prst="roundRect">
          <a:avLst/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Modelado de Base de Datos</a:t>
          </a:r>
        </a:p>
      </dsp:txBody>
      <dsp:txXfrm>
        <a:off x="1934045" y="1124083"/>
        <a:ext cx="1026693" cy="1313638"/>
      </dsp:txXfrm>
    </dsp:sp>
    <dsp:sp modelId="{9474EF07-5416-42FC-A781-4E3FFFA75F30}">
      <dsp:nvSpPr>
        <dsp:cNvPr id="0" name=""/>
        <dsp:cNvSpPr/>
      </dsp:nvSpPr>
      <dsp:spPr>
        <a:xfrm>
          <a:off x="3205910" y="1068541"/>
          <a:ext cx="1896242" cy="1424722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Implementación de la Base de Datos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Carga de Datos</a:t>
          </a:r>
        </a:p>
      </dsp:txBody>
      <dsp:txXfrm>
        <a:off x="3275459" y="1138090"/>
        <a:ext cx="1757144" cy="1285624"/>
      </dsp:txXfrm>
    </dsp:sp>
    <dsp:sp modelId="{646EC017-0AEE-4C8C-87EC-E93A24FB66A3}">
      <dsp:nvSpPr>
        <dsp:cNvPr id="0" name=""/>
        <dsp:cNvSpPr/>
      </dsp:nvSpPr>
      <dsp:spPr>
        <a:xfrm>
          <a:off x="5291782" y="1068541"/>
          <a:ext cx="1137777" cy="1424722"/>
        </a:xfrm>
        <a:prstGeom prst="roundRect">
          <a:avLst/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Prueba</a:t>
          </a:r>
        </a:p>
      </dsp:txBody>
      <dsp:txXfrm>
        <a:off x="5347324" y="1124083"/>
        <a:ext cx="1026693" cy="1313638"/>
      </dsp:txXfrm>
    </dsp:sp>
    <dsp:sp modelId="{4B7174F5-B526-410D-AEF9-926C93D32845}">
      <dsp:nvSpPr>
        <dsp:cNvPr id="0" name=""/>
        <dsp:cNvSpPr/>
      </dsp:nvSpPr>
      <dsp:spPr>
        <a:xfrm>
          <a:off x="6619189" y="1068541"/>
          <a:ext cx="1884489" cy="1424722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Mantenimiento</a:t>
          </a:r>
        </a:p>
      </dsp:txBody>
      <dsp:txXfrm>
        <a:off x="6688738" y="1138090"/>
        <a:ext cx="1745391" cy="1285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ACEAA-78C6-4E18-B796-26B1DAE56184}">
      <dsp:nvSpPr>
        <dsp:cNvPr id="0" name=""/>
        <dsp:cNvSpPr/>
      </dsp:nvSpPr>
      <dsp:spPr>
        <a:xfrm>
          <a:off x="1107281" y="310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Administradores de Bases de Datos (DBA)</a:t>
          </a:r>
        </a:p>
      </dsp:txBody>
      <dsp:txXfrm>
        <a:off x="1130965" y="23994"/>
        <a:ext cx="1569897" cy="761264"/>
      </dsp:txXfrm>
    </dsp:sp>
    <dsp:sp modelId="{DC32CB79-E460-4BEC-8949-467B7511E7DB}">
      <dsp:nvSpPr>
        <dsp:cNvPr id="0" name=""/>
        <dsp:cNvSpPr/>
      </dsp:nvSpPr>
      <dsp:spPr>
        <a:xfrm>
          <a:off x="1107281" y="930237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Diseñadores de Bases de Datos</a:t>
          </a:r>
        </a:p>
      </dsp:txBody>
      <dsp:txXfrm>
        <a:off x="1130965" y="953921"/>
        <a:ext cx="1569897" cy="761264"/>
      </dsp:txXfrm>
    </dsp:sp>
    <dsp:sp modelId="{7D9379C5-B1FB-47F8-B607-180DAEA2BEBF}">
      <dsp:nvSpPr>
        <dsp:cNvPr id="0" name=""/>
        <dsp:cNvSpPr/>
      </dsp:nvSpPr>
      <dsp:spPr>
        <a:xfrm rot="19457599">
          <a:off x="2649666" y="1084164"/>
          <a:ext cx="79666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667" y="17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3028083" y="1082155"/>
        <a:ext cx="39833" cy="39833"/>
      </dsp:txXfrm>
    </dsp:sp>
    <dsp:sp modelId="{F40839C1-2512-463B-9EC0-7EA02485A12B}">
      <dsp:nvSpPr>
        <dsp:cNvPr id="0" name=""/>
        <dsp:cNvSpPr/>
      </dsp:nvSpPr>
      <dsp:spPr>
        <a:xfrm>
          <a:off x="3371453" y="465273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Diseñador Lógico</a:t>
          </a:r>
        </a:p>
      </dsp:txBody>
      <dsp:txXfrm>
        <a:off x="3395137" y="488957"/>
        <a:ext cx="1569897" cy="761264"/>
      </dsp:txXfrm>
    </dsp:sp>
    <dsp:sp modelId="{D81FBCDB-8783-4DCA-BF1F-C21641A7E69F}">
      <dsp:nvSpPr>
        <dsp:cNvPr id="0" name=""/>
        <dsp:cNvSpPr/>
      </dsp:nvSpPr>
      <dsp:spPr>
        <a:xfrm rot="2142401">
          <a:off x="2649666" y="1549128"/>
          <a:ext cx="79666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667" y="17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3028083" y="1547119"/>
        <a:ext cx="39833" cy="39833"/>
      </dsp:txXfrm>
    </dsp:sp>
    <dsp:sp modelId="{76203AAF-9444-4313-A03D-57201CB02A7C}">
      <dsp:nvSpPr>
        <dsp:cNvPr id="0" name=""/>
        <dsp:cNvSpPr/>
      </dsp:nvSpPr>
      <dsp:spPr>
        <a:xfrm>
          <a:off x="3371453" y="1395201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Diseñador Físico</a:t>
          </a:r>
        </a:p>
      </dsp:txBody>
      <dsp:txXfrm>
        <a:off x="3395137" y="1418885"/>
        <a:ext cx="1569897" cy="761264"/>
      </dsp:txXfrm>
    </dsp:sp>
    <dsp:sp modelId="{920C0710-2244-4C16-87D0-AFB249270537}">
      <dsp:nvSpPr>
        <dsp:cNvPr id="0" name=""/>
        <dsp:cNvSpPr/>
      </dsp:nvSpPr>
      <dsp:spPr>
        <a:xfrm>
          <a:off x="1107281" y="1860165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Desarrolladores de Aplicaciones</a:t>
          </a:r>
        </a:p>
      </dsp:txBody>
      <dsp:txXfrm>
        <a:off x="1130965" y="1883849"/>
        <a:ext cx="1569897" cy="761264"/>
      </dsp:txXfrm>
    </dsp:sp>
    <dsp:sp modelId="{DA02E406-5969-4897-8CE3-9B319676D9F1}">
      <dsp:nvSpPr>
        <dsp:cNvPr id="0" name=""/>
        <dsp:cNvSpPr/>
      </dsp:nvSpPr>
      <dsp:spPr>
        <a:xfrm>
          <a:off x="1107281" y="2790093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Usuarios Finales</a:t>
          </a:r>
        </a:p>
      </dsp:txBody>
      <dsp:txXfrm>
        <a:off x="1130965" y="2813777"/>
        <a:ext cx="1569897" cy="761264"/>
      </dsp:txXfrm>
    </dsp:sp>
    <dsp:sp modelId="{A3CC5022-B625-432A-BBA8-B12CFD99C078}">
      <dsp:nvSpPr>
        <dsp:cNvPr id="0" name=""/>
        <dsp:cNvSpPr/>
      </dsp:nvSpPr>
      <dsp:spPr>
        <a:xfrm rot="19457599">
          <a:off x="2649666" y="2944020"/>
          <a:ext cx="79666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667" y="17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3028083" y="2942011"/>
        <a:ext cx="39833" cy="39833"/>
      </dsp:txXfrm>
    </dsp:sp>
    <dsp:sp modelId="{009B68BF-2B85-4484-B671-98FCEC802679}">
      <dsp:nvSpPr>
        <dsp:cNvPr id="0" name=""/>
        <dsp:cNvSpPr/>
      </dsp:nvSpPr>
      <dsp:spPr>
        <a:xfrm>
          <a:off x="3371453" y="2325129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Usuarios Novatos</a:t>
          </a:r>
        </a:p>
      </dsp:txBody>
      <dsp:txXfrm>
        <a:off x="3395137" y="2348813"/>
        <a:ext cx="1569897" cy="761264"/>
      </dsp:txXfrm>
    </dsp:sp>
    <dsp:sp modelId="{08FBF140-E603-4523-8821-BF60F1B22BF0}">
      <dsp:nvSpPr>
        <dsp:cNvPr id="0" name=""/>
        <dsp:cNvSpPr/>
      </dsp:nvSpPr>
      <dsp:spPr>
        <a:xfrm rot="2142401">
          <a:off x="2649666" y="3408983"/>
          <a:ext cx="796667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796667" y="179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AR" sz="500" kern="1200"/>
        </a:p>
      </dsp:txBody>
      <dsp:txXfrm>
        <a:off x="3028083" y="3406974"/>
        <a:ext cx="39833" cy="39833"/>
      </dsp:txXfrm>
    </dsp:sp>
    <dsp:sp modelId="{1AB08EDD-C2D9-4D8A-8EC5-20E14C5F836F}">
      <dsp:nvSpPr>
        <dsp:cNvPr id="0" name=""/>
        <dsp:cNvSpPr/>
      </dsp:nvSpPr>
      <dsp:spPr>
        <a:xfrm>
          <a:off x="3371453" y="3255057"/>
          <a:ext cx="1617265" cy="8086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700" kern="1200" dirty="0"/>
            <a:t>Usuarios Sofisticados</a:t>
          </a:r>
        </a:p>
      </dsp:txBody>
      <dsp:txXfrm>
        <a:off x="3395137" y="3278741"/>
        <a:ext cx="1569897" cy="761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030A1-B779-42B3-A0D5-47143D249617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83A82-13ED-4208-944A-744E8A28222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550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EDB96-3D33-4F4D-AECF-EC54F0BFCBE4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840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</a:t>
            </a:fld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3</a:t>
            </a:fld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5</a:t>
            </a:fld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9</a:t>
            </a:fld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11</a:t>
            </a:fld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160" name="Google Shape;160;p7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sldNum" idx="12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20</a:t>
            </a:fld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376bef3eaf_0_425:notes"/>
          <p:cNvSpPr txBox="1">
            <a:spLocks noGrp="1"/>
          </p:cNvSpPr>
          <p:nvPr>
            <p:ph type="body" idx="1"/>
          </p:nvPr>
        </p:nvSpPr>
        <p:spPr>
          <a:xfrm>
            <a:off x="291059" y="4504911"/>
            <a:ext cx="6733200" cy="43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25" tIns="48325" rIns="96625" bIns="483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268" name="Google Shape;268;g1376bef3eaf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7550"/>
            <a:ext cx="4802188" cy="36020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272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698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226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174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270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153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348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891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408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841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5116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1">
  <p:cSld name="Título y objetos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50939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56462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85509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16CC0-7945-492B-876A-F4F8BCFC73AB}" type="datetimeFigureOut">
              <a:rPr lang="es-AR" smtClean="0"/>
              <a:t>9/3/2026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5BA0E-1738-49BC-AF1E-7D92CA65820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607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3.png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657225" y="3029238"/>
            <a:ext cx="7943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dirty="0"/>
              <a:t>Base de Datos I</a:t>
            </a:r>
          </a:p>
          <a:p>
            <a:pPr algn="ctr"/>
            <a:r>
              <a:rPr lang="es-AR" sz="3200" dirty="0"/>
              <a:t>Introducción a los Sistemas de Bases de Datos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14325" y="5800725"/>
            <a:ext cx="225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/>
              <a:t>Lic. Patricia Neumann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814513" y="4300538"/>
            <a:ext cx="560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dirty="0"/>
              <a:t>Lic. en Sistemas de Información </a:t>
            </a:r>
          </a:p>
        </p:txBody>
      </p:sp>
      <p:pic>
        <p:nvPicPr>
          <p:cNvPr id="6" name="Marcador de contenido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502" y="779864"/>
            <a:ext cx="3028950" cy="224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323528" y="846341"/>
            <a:ext cx="8528924" cy="5001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BASES DE DATOS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52" y="2481747"/>
            <a:ext cx="3976534" cy="352991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355975" y="2384650"/>
            <a:ext cx="4716000" cy="36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2705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Sistemas de bancos, compras online, sistemas de salud, reservas (hoteles, </a:t>
            </a:r>
            <a:b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vuelos, bibliotecas, etc.)</a:t>
            </a:r>
            <a:endParaRPr dirty="0"/>
          </a:p>
          <a:p>
            <a:pPr marL="527050" marR="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BD Multimedia (almacenamiento de imágenes, videos, animaciones)</a:t>
            </a:r>
            <a:endParaRPr dirty="0"/>
          </a:p>
          <a:p>
            <a:pPr marL="527050" marR="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Sistemas de Información Geográfica (GIS) </a:t>
            </a:r>
            <a:endParaRPr sz="18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527050" marR="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BD de gran capacidad, sistemas de almacenamiento </a:t>
            </a:r>
            <a:r>
              <a:rPr lang="es-AR" sz="1800" b="0" i="0" u="none" strike="noStrike" cap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big</a:t>
            </a: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data, sistemas </a:t>
            </a:r>
            <a:b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s-AR" sz="18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No-SQL, BD para dispositivos móviles, búsquedas web, etc.</a:t>
            </a:r>
            <a:endParaRPr sz="18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23528" y="1346517"/>
            <a:ext cx="874846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b="0" i="0" u="none" strike="noStrike" cap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tecnología de Base de Datos es un componente esencial de casi todos los sistemas de información</a:t>
            </a:r>
            <a:endParaRPr sz="1800" b="0" i="0" u="none" strike="noStrike" cap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395535" y="755374"/>
            <a:ext cx="8443665" cy="52880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 b="1" i="0" u="none" strike="noStrike" cap="none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¿Qué es una BASE DE DATOS?</a:t>
            </a:r>
            <a:endParaRPr sz="3200" b="1" i="0" u="none" strike="noStrike" cap="none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grpSp>
        <p:nvGrpSpPr>
          <p:cNvPr id="113" name="Google Shape;113;p18"/>
          <p:cNvGrpSpPr/>
          <p:nvPr/>
        </p:nvGrpSpPr>
        <p:grpSpPr>
          <a:xfrm>
            <a:off x="404100" y="1518781"/>
            <a:ext cx="8335800" cy="2744426"/>
            <a:chOff x="395535" y="1443261"/>
            <a:chExt cx="8335800" cy="2744426"/>
          </a:xfrm>
        </p:grpSpPr>
        <p:sp>
          <p:nvSpPr>
            <p:cNvPr id="114" name="Google Shape;114;p18"/>
            <p:cNvSpPr/>
            <p:nvPr/>
          </p:nvSpPr>
          <p:spPr>
            <a:xfrm>
              <a:off x="395535" y="1443261"/>
              <a:ext cx="8335800" cy="27444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eaLnBrk="1" hangingPunct="1">
                <a:lnSpc>
                  <a:spcPct val="80000"/>
                </a:lnSpc>
                <a:defRPr/>
              </a:pPr>
              <a:r>
                <a:rPr lang="es-ES_tradnl" sz="2400" dirty="0"/>
                <a:t>Conjunto de datos almacenados en algún medio (como un disco) y usados con diversos propósitos por múltiples usuarios</a:t>
              </a:r>
            </a:p>
            <a:p>
              <a:pPr marL="0" marR="0" lvl="1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s-AR" sz="2200" b="1" i="0" u="none" strike="noStrike" cap="none" dirty="0">
                  <a:solidFill>
                    <a:srgbClr val="003366"/>
                  </a:solidFill>
                  <a:ea typeface="Tahoma"/>
                  <a:cs typeface="Tahoma"/>
                  <a:sym typeface="Tahoma"/>
                </a:rPr>
                <a:t>Una BD es diseñada, construida y cargada </a:t>
              </a:r>
              <a:br>
                <a:rPr lang="es-AR" sz="2200" b="1" i="0" u="none" strike="noStrike" cap="none" dirty="0">
                  <a:solidFill>
                    <a:srgbClr val="003366"/>
                  </a:solidFill>
                  <a:ea typeface="Tahoma"/>
                  <a:cs typeface="Tahoma"/>
                  <a:sym typeface="Tahoma"/>
                </a:rPr>
              </a:br>
              <a:r>
                <a:rPr lang="es-AR" sz="2200" b="1" i="0" u="none" strike="noStrike" cap="none" dirty="0">
                  <a:solidFill>
                    <a:srgbClr val="003366"/>
                  </a:solidFill>
                  <a:ea typeface="Tahoma"/>
                  <a:cs typeface="Tahoma"/>
                  <a:sym typeface="Tahoma"/>
                </a:rPr>
                <a:t>con datos para un propósito específico</a:t>
              </a:r>
              <a:endParaRPr dirty="0"/>
            </a:p>
          </p:txBody>
        </p:sp>
        <p:pic>
          <p:nvPicPr>
            <p:cNvPr id="115" name="Google Shape;115;p18" descr="Resultado de imagen para base de dat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492360" y="2867544"/>
              <a:ext cx="1083275" cy="10702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" name="Google Shape;116;p18"/>
          <p:cNvGrpSpPr/>
          <p:nvPr/>
        </p:nvGrpSpPr>
        <p:grpSpPr>
          <a:xfrm>
            <a:off x="319642" y="3312105"/>
            <a:ext cx="8264558" cy="1902204"/>
            <a:chOff x="420776" y="4445219"/>
            <a:chExt cx="8264558" cy="1538181"/>
          </a:xfrm>
        </p:grpSpPr>
        <p:pic>
          <p:nvPicPr>
            <p:cNvPr id="117" name="Google Shape;117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0776" y="5023296"/>
              <a:ext cx="1083275" cy="960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8"/>
            <p:cNvSpPr/>
            <p:nvPr/>
          </p:nvSpPr>
          <p:spPr>
            <a:xfrm>
              <a:off x="1484434" y="5167699"/>
              <a:ext cx="7200900" cy="815700"/>
            </a:xfrm>
            <a:prstGeom prst="rect">
              <a:avLst/>
            </a:prstGeom>
            <a:noFill/>
            <a:ln w="9525" cap="flat" cmpd="sng">
              <a:solidFill>
                <a:srgbClr val="0033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1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2000" b="1" i="0" u="none" strike="noStrike" cap="none" dirty="0">
                  <a:solidFill>
                    <a:srgbClr val="003366"/>
                  </a:solidFill>
                  <a:latin typeface="Tahoma"/>
                  <a:ea typeface="Tahoma"/>
                  <a:cs typeface="Tahoma"/>
                  <a:sym typeface="Tahoma"/>
                </a:rPr>
                <a:t>Contiene información relevante para una organización</a:t>
              </a:r>
              <a:endParaRPr dirty="0"/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s-AR" sz="2000" b="0" i="0" u="none" strike="noStrike" cap="none" dirty="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que es clave </a:t>
              </a:r>
              <a:r>
                <a:rPr lang="es-AR" sz="2000" b="0" i="0" u="none" strike="noStrike" cap="none" dirty="0">
                  <a:solidFill>
                    <a:srgbClr val="000000"/>
                  </a:solidFill>
                  <a:ea typeface="Tahoma"/>
                  <a:cs typeface="Tahoma"/>
                  <a:sym typeface="Tahoma"/>
                </a:rPr>
                <a:t>para</a:t>
              </a:r>
              <a:r>
                <a:rPr lang="es-AR" sz="2000" b="0" i="0" u="none" strike="noStrike" cap="none" dirty="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 la correcta toma de decisiones </a:t>
              </a:r>
              <a:endParaRPr sz="2000" b="0" i="0" u="none" strike="noStrike" cap="none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4443322" y="4445219"/>
              <a:ext cx="240300" cy="432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66CC"/>
            </a:solidFill>
            <a:ln w="25400" cap="flat" cmpd="sng">
              <a:solidFill>
                <a:srgbClr val="0066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E2A0-6012-8F42-AA3E-C39C31866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70960-6A24-D35E-4D56-A76EF0DC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700088"/>
            <a:ext cx="8715375" cy="572121"/>
          </a:xfrm>
          <a:solidFill>
            <a:srgbClr val="0070C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s-AR" sz="3200" b="1" dirty="0">
                <a:solidFill>
                  <a:schemeClr val="bg1"/>
                </a:solidFill>
                <a:ea typeface="Tahoma"/>
                <a:cs typeface="Tahoma"/>
              </a:rPr>
              <a:t>Porque surgen las Bases de Datos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E52A2-13A0-FB70-D364-419196759ABE}"/>
              </a:ext>
            </a:extLst>
          </p:cNvPr>
          <p:cNvSpPr txBox="1">
            <a:spLocks noChangeArrowheads="1"/>
          </p:cNvSpPr>
          <p:nvPr/>
        </p:nvSpPr>
        <p:spPr>
          <a:xfrm>
            <a:off x="214314" y="1683025"/>
            <a:ext cx="8585130" cy="4280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  <a:defRPr/>
            </a:pPr>
            <a:r>
              <a:rPr lang="es-ES_tradnl" sz="3200" dirty="0"/>
              <a:t>Sistemas de BD:</a:t>
            </a:r>
          </a:p>
          <a:p>
            <a:pPr lvl="1">
              <a:defRPr/>
            </a:pPr>
            <a:r>
              <a:rPr lang="es-ES_tradnl" dirty="0"/>
              <a:t>Surgieron para solucionar los problemas de los sistemas de archivos</a:t>
            </a:r>
          </a:p>
          <a:p>
            <a:pPr lvl="1">
              <a:defRPr/>
            </a:pPr>
            <a:r>
              <a:rPr lang="es-ES_tradnl" dirty="0"/>
              <a:t>Capacidades:</a:t>
            </a:r>
          </a:p>
          <a:p>
            <a:pPr lvl="2">
              <a:defRPr/>
            </a:pPr>
            <a:r>
              <a:rPr lang="es-ES_tradnl" dirty="0"/>
              <a:t>Manejo de </a:t>
            </a:r>
            <a:r>
              <a:rPr lang="es-ES_tradnl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persistencia</a:t>
            </a:r>
          </a:p>
          <a:p>
            <a:pPr lvl="2">
              <a:defRPr/>
            </a:pPr>
            <a:r>
              <a:rPr lang="es-ES_tradnl" dirty="0"/>
              <a:t>Soporte por lo menos de un </a:t>
            </a:r>
            <a:r>
              <a:rPr lang="es-ES_tradnl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modelo de datos</a:t>
            </a:r>
          </a:p>
          <a:p>
            <a:pPr lvl="2">
              <a:defRPr/>
            </a:pPr>
            <a:r>
              <a:rPr lang="es-ES_tradnl" dirty="0"/>
              <a:t>Soporte de un </a:t>
            </a:r>
            <a:r>
              <a:rPr lang="es-ES_tradnl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lenguaje de alto nivel</a:t>
            </a:r>
            <a:r>
              <a:rPr lang="es-ES_tradnl" dirty="0"/>
              <a:t> que permita manipular y definir la estructura de los datos en forma eficiente </a:t>
            </a:r>
            <a:r>
              <a:rPr lang="es-ES_tradnl" dirty="0">
                <a:sym typeface="Wingdings" panose="05000000000000000000" pitchFamily="2" charset="2"/>
              </a:rPr>
              <a:t> </a:t>
            </a:r>
            <a:r>
              <a:rPr lang="es-ES_tradnl" dirty="0">
                <a:solidFill>
                  <a:srgbClr val="0000FF"/>
                </a:solidFill>
                <a:sym typeface="Wingdings" panose="05000000000000000000" pitchFamily="2" charset="2"/>
              </a:rPr>
              <a:t>SQL</a:t>
            </a:r>
            <a:endParaRPr lang="es-ES_tradnl" dirty="0">
              <a:solidFill>
                <a:srgbClr val="0000FF"/>
              </a:solidFill>
            </a:endParaRPr>
          </a:p>
          <a:p>
            <a:pPr lvl="2">
              <a:defRPr/>
            </a:pPr>
            <a:r>
              <a:rPr lang="es-ES_tradnl" dirty="0"/>
              <a:t>Control de acceso</a:t>
            </a:r>
            <a:r>
              <a:rPr lang="es-ES_tradnl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_tradnl" dirty="0">
                <a:sym typeface="Wingdings" pitchFamily="2" charset="2"/>
              </a:rPr>
              <a:t> </a:t>
            </a:r>
            <a:r>
              <a:rPr lang="es-ES_tradnl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Wingdings" pitchFamily="2" charset="2"/>
              </a:rPr>
              <a:t>Seguridad</a:t>
            </a:r>
            <a:endParaRPr lang="es-ES_tradnl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>
              <a:defRPr/>
            </a:pPr>
            <a:r>
              <a:rPr lang="es-ES_tradnl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Evitar inconsistencias</a:t>
            </a:r>
            <a:r>
              <a:rPr lang="es-ES_tradnl" dirty="0"/>
              <a:t> al compartir los datos</a:t>
            </a:r>
          </a:p>
        </p:txBody>
      </p:sp>
    </p:spTree>
    <p:extLst>
      <p:ext uri="{BB962C8B-B14F-4D97-AF65-F5344CB8AC3E}">
        <p14:creationId xmlns:p14="http://schemas.microsoft.com/office/powerpoint/2010/main" val="252234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152083" y="3372915"/>
            <a:ext cx="6768900" cy="84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Tahoma"/>
              <a:buNone/>
            </a:pPr>
            <a:r>
              <a:rPr lang="es-AR" sz="2000" b="1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Sistemas de Gestión de Bases de Datos </a:t>
            </a:r>
            <a:r>
              <a:rPr lang="es-AR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(SGBD)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000"/>
              <a:buFont typeface="Tahoma"/>
              <a:buNone/>
            </a:pPr>
            <a:r>
              <a:rPr lang="es-AR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lang="es-AR" sz="2000" b="1" i="1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DataBase Management Systems </a:t>
            </a:r>
            <a:r>
              <a:rPr lang="es-AR" sz="2000" b="0" i="0" u="none" strike="noStrike" cap="none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(DBMS)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158175" y="1340774"/>
            <a:ext cx="8964600" cy="19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1" indent="0" algn="l" rt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None/>
            </a:pPr>
            <a:r>
              <a:rPr lang="es-AR" sz="2000" dirty="0"/>
              <a:t>Debilidades de los sistemas de gestión de archivos</a:t>
            </a:r>
            <a:endParaRPr sz="2000" dirty="0"/>
          </a:p>
          <a:p>
            <a:pPr marL="355600" lvl="1" indent="-184149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990"/>
              <a:buFont typeface="Courier New"/>
              <a:buChar char="o"/>
            </a:pPr>
            <a:r>
              <a:rPr lang="es-AR" sz="1800" dirty="0"/>
              <a:t>elementales para el tratamiento de datos y sus interrelaciones, posible redundancia e inconsistencia de datos, problemas en la actualización simultánea, etc. </a:t>
            </a:r>
            <a:endParaRPr sz="1800" dirty="0"/>
          </a:p>
          <a:p>
            <a:pPr marL="355600" lvl="1" indent="-184149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990"/>
              <a:buFont typeface="Courier New"/>
              <a:buChar char="o"/>
            </a:pPr>
            <a:r>
              <a:rPr lang="es-AR" sz="1800" dirty="0"/>
              <a:t>utilización mediante programas de aplicación demasiado compleja </a:t>
            </a:r>
            <a:endParaRPr dirty="0"/>
          </a:p>
          <a:p>
            <a:pPr marL="171450" lvl="1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s-AR" sz="2000" dirty="0">
                <a:latin typeface="Tahoma"/>
                <a:ea typeface="Tahoma"/>
                <a:cs typeface="Tahoma"/>
                <a:sym typeface="Tahoma"/>
              </a:rPr>
              <a:t>impulsaron el desarrollo de </a:t>
            </a:r>
            <a:r>
              <a:rPr lang="es-AR" sz="2000" dirty="0"/>
              <a:t>software más sofisticado: </a:t>
            </a:r>
            <a:endParaRPr dirty="0"/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SzPts val="12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288033" y="713279"/>
            <a:ext cx="8630680" cy="501183"/>
          </a:xfrm>
          <a:prstGeom prst="rect">
            <a:avLst/>
          </a:prstGeom>
          <a:solidFill>
            <a:srgbClr val="0070C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¿Por qué surgen las BD?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grpSp>
        <p:nvGrpSpPr>
          <p:cNvPr id="128" name="Google Shape;128;p19"/>
          <p:cNvGrpSpPr/>
          <p:nvPr/>
        </p:nvGrpSpPr>
        <p:grpSpPr>
          <a:xfrm>
            <a:off x="1835763" y="4420303"/>
            <a:ext cx="5544949" cy="971004"/>
            <a:chOff x="1408555" y="4797152"/>
            <a:chExt cx="6981804" cy="1900575"/>
          </a:xfrm>
        </p:grpSpPr>
        <p:sp>
          <p:nvSpPr>
            <p:cNvPr id="129" name="Google Shape;129;p19"/>
            <p:cNvSpPr/>
            <p:nvPr/>
          </p:nvSpPr>
          <p:spPr>
            <a:xfrm>
              <a:off x="6228184" y="4996830"/>
              <a:ext cx="2162175" cy="1244624"/>
            </a:xfrm>
            <a:prstGeom prst="can">
              <a:avLst>
                <a:gd name="adj" fmla="val 25000"/>
              </a:avLst>
            </a:prstGeom>
            <a:solidFill>
              <a:srgbClr val="CC99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30" name="Google Shape;130;p19"/>
            <p:cNvCxnSpPr/>
            <p:nvPr/>
          </p:nvCxnSpPr>
          <p:spPr>
            <a:xfrm>
              <a:off x="3007172" y="5132679"/>
              <a:ext cx="1151359" cy="356455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131;p19"/>
            <p:cNvCxnSpPr/>
            <p:nvPr/>
          </p:nvCxnSpPr>
          <p:spPr>
            <a:xfrm rot="10800000" flipH="1">
              <a:off x="2609055" y="5628836"/>
              <a:ext cx="1562712" cy="12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132;p19"/>
            <p:cNvCxnSpPr/>
            <p:nvPr/>
          </p:nvCxnSpPr>
          <p:spPr>
            <a:xfrm rot="10800000" flipH="1">
              <a:off x="2806720" y="5761143"/>
              <a:ext cx="1365047" cy="480311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133;p19"/>
            <p:cNvCxnSpPr/>
            <p:nvPr/>
          </p:nvCxnSpPr>
          <p:spPr>
            <a:xfrm>
              <a:off x="5382353" y="5535171"/>
              <a:ext cx="1002594" cy="1716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" name="Google Shape;134;p19"/>
            <p:cNvSpPr txBox="1"/>
            <p:nvPr/>
          </p:nvSpPr>
          <p:spPr>
            <a:xfrm>
              <a:off x="6316018" y="5391810"/>
              <a:ext cx="2072685" cy="602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BASE DE DATOS</a:t>
              </a:r>
              <a:endParaRPr/>
            </a:p>
          </p:txBody>
        </p:sp>
        <p:pic>
          <p:nvPicPr>
            <p:cNvPr id="135" name="Google Shape;135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95736" y="4797152"/>
              <a:ext cx="962594" cy="6148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4484" y="6128308"/>
              <a:ext cx="1054402" cy="569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08555" y="5429908"/>
              <a:ext cx="1054402" cy="5665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9"/>
            <p:cNvSpPr/>
            <p:nvPr/>
          </p:nvSpPr>
          <p:spPr>
            <a:xfrm>
              <a:off x="4223031" y="5077971"/>
              <a:ext cx="1172672" cy="105033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AR" sz="1800" b="1" dirty="0">
                  <a:solidFill>
                    <a:schemeClr val="lt1"/>
                  </a:solidFill>
                  <a:latin typeface="Tahoma"/>
                  <a:ea typeface="Tahoma"/>
                  <a:cs typeface="Tahoma"/>
                  <a:sym typeface="Tahoma"/>
                </a:rPr>
                <a:t>SGBD</a:t>
              </a:r>
              <a:endParaRPr dirty="0"/>
            </a:p>
          </p:txBody>
        </p:sp>
      </p:grpSp>
      <p:sp>
        <p:nvSpPr>
          <p:cNvPr id="139" name="Google Shape;139;p19"/>
          <p:cNvSpPr/>
          <p:nvPr/>
        </p:nvSpPr>
        <p:spPr>
          <a:xfrm>
            <a:off x="288032" y="5572472"/>
            <a:ext cx="88206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AR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Permiten definir, almacenar y recuperar datos de la BD de manera eficiente</a:t>
            </a:r>
            <a:endParaRPr sz="1500"/>
          </a:p>
          <a:p>
            <a:pPr marL="177800" marR="0" lvl="0" indent="-1841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AR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</a:t>
            </a:r>
            <a:r>
              <a:rPr lang="es-AR" sz="19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mismos datos</a:t>
            </a:r>
            <a:r>
              <a:rPr lang="es-AR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son compartidos por diferentes usuarios/aplicaciones</a:t>
            </a:r>
            <a:endParaRPr sz="1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C6421-452A-9597-41DE-D2D0B6F4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771525"/>
            <a:ext cx="8659906" cy="919166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s-AR" dirty="0">
                <a:solidFill>
                  <a:schemeClr val="bg1"/>
                </a:solidFill>
              </a:rPr>
              <a:t>Ejemplo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C7861E-41C2-160A-52F3-C945BAD8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816100"/>
            <a:ext cx="7886700" cy="4351338"/>
          </a:xfrm>
        </p:spPr>
        <p:txBody>
          <a:bodyPr>
            <a:normAutofit/>
          </a:bodyPr>
          <a:lstStyle/>
          <a:p>
            <a:r>
              <a:rPr lang="es-AR" sz="1900" dirty="0"/>
              <a:t>Un agente inmobiliario debería tener un archivo separado por cada  propiedad para vender o alquilar, por cada potencial comprador o inquilino, y por cada miembro del staff. Considere el esfuerzo que se requiere para contestar las siguientes preguntas:</a:t>
            </a:r>
          </a:p>
          <a:p>
            <a:pPr lvl="1"/>
            <a:r>
              <a:rPr lang="es-AR" sz="1900" dirty="0"/>
              <a:t>Que propiedades posee para venta con 3 habitaciones, con una determinada </a:t>
            </a:r>
            <a:r>
              <a:rPr lang="es-AR" sz="1900" dirty="0" err="1"/>
              <a:t>sup</a:t>
            </a:r>
            <a:r>
              <a:rPr lang="es-AR" sz="1900"/>
              <a:t>. </a:t>
            </a:r>
            <a:r>
              <a:rPr lang="es-AR" sz="1900" dirty="0"/>
              <a:t>en el frente y un garaje?</a:t>
            </a:r>
          </a:p>
          <a:p>
            <a:pPr lvl="1"/>
            <a:r>
              <a:rPr lang="es-AR" sz="1900" dirty="0"/>
              <a:t>Que departamentos tienes para alquilar que se encuentren a 4 km del centro?</a:t>
            </a:r>
          </a:p>
          <a:p>
            <a:pPr lvl="1"/>
            <a:r>
              <a:rPr lang="es-AR" sz="1900" dirty="0"/>
              <a:t>Cual es el precio promedio de alquiler para un departamento de 2 habitaciones?</a:t>
            </a:r>
          </a:p>
          <a:p>
            <a:pPr lvl="1"/>
            <a:r>
              <a:rPr lang="es-AR" sz="1900" dirty="0"/>
              <a:t>Cual es el salario total anual del staff?</a:t>
            </a:r>
          </a:p>
          <a:p>
            <a:pPr lvl="1"/>
            <a:r>
              <a:rPr lang="es-AR" sz="1900" dirty="0"/>
              <a:t>Como fueron los ingresos del ultimo mes, comparados con el proyectado del mes?</a:t>
            </a:r>
          </a:p>
          <a:p>
            <a:pPr lvl="1"/>
            <a:r>
              <a:rPr lang="es-AR" sz="1900" dirty="0"/>
              <a:t>Cual es el ingreso neto mensual esperado para el próximo año fiscal?</a:t>
            </a:r>
          </a:p>
          <a:p>
            <a:endParaRPr lang="es-AR" sz="1900" dirty="0"/>
          </a:p>
        </p:txBody>
      </p:sp>
    </p:spTree>
    <p:extLst>
      <p:ext uri="{BB962C8B-B14F-4D97-AF65-F5344CB8AC3E}">
        <p14:creationId xmlns:p14="http://schemas.microsoft.com/office/powerpoint/2010/main" val="112527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6EA7C-58D9-65C2-02EC-F4FAC54A9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3" y="700088"/>
            <a:ext cx="8715375" cy="731147"/>
          </a:xfrm>
          <a:solidFill>
            <a:srgbClr val="0070C0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s-AR" sz="3200" b="1" dirty="0">
                <a:solidFill>
                  <a:schemeClr val="bg1"/>
                </a:solidFill>
                <a:ea typeface="Tahoma"/>
                <a:cs typeface="Tahoma"/>
              </a:rPr>
              <a:t>Problemas con Sistemas de Archivos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B286AD-844D-A464-7B2F-C080077A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630017"/>
            <a:ext cx="8715375" cy="437321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 err="1"/>
              <a:t>Mantener</a:t>
            </a:r>
            <a:r>
              <a:rPr lang="en-US" sz="2400" dirty="0"/>
              <a:t> la información en un Sistema de </a:t>
            </a:r>
            <a:r>
              <a:rPr lang="en-US" sz="2400" dirty="0" err="1"/>
              <a:t>Archivos</a:t>
            </a:r>
            <a:r>
              <a:rPr lang="en-US" sz="2400" dirty="0"/>
              <a:t> </a:t>
            </a:r>
            <a:r>
              <a:rPr lang="en-US" sz="2400" dirty="0" err="1"/>
              <a:t>supone</a:t>
            </a:r>
            <a:r>
              <a:rPr lang="en-US" sz="2400" dirty="0"/>
              <a:t> los </a:t>
            </a:r>
            <a:r>
              <a:rPr lang="en-US" sz="2400" dirty="0" err="1"/>
              <a:t>siguientes</a:t>
            </a:r>
            <a:r>
              <a:rPr lang="en-US" sz="2400" dirty="0"/>
              <a:t> </a:t>
            </a:r>
            <a:r>
              <a:rPr lang="en-US" sz="2400" dirty="0" err="1"/>
              <a:t>inconvenientes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sz="2400" dirty="0" err="1"/>
              <a:t>Redundancia</a:t>
            </a:r>
            <a:r>
              <a:rPr lang="en-US" sz="2400" dirty="0"/>
              <a:t> e </a:t>
            </a:r>
            <a:r>
              <a:rPr lang="en-US" sz="2400" dirty="0" err="1"/>
              <a:t>Inconsistencia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400" dirty="0" err="1"/>
              <a:t>Dificultad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Acceso</a:t>
            </a:r>
            <a:r>
              <a:rPr lang="en-US" sz="2400" dirty="0"/>
              <a:t> a los </a:t>
            </a:r>
            <a:r>
              <a:rPr lang="en-US" sz="2400" dirty="0" err="1"/>
              <a:t>Datos</a:t>
            </a:r>
            <a:endParaRPr lang="en-US" sz="2400" dirty="0"/>
          </a:p>
          <a:p>
            <a:pPr lvl="1" algn="just">
              <a:lnSpc>
                <a:spcPct val="100000"/>
              </a:lnSpc>
            </a:pPr>
            <a:r>
              <a:rPr lang="en-US" sz="2400" dirty="0" err="1"/>
              <a:t>Aislamiento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400" dirty="0" err="1"/>
              <a:t>Anomalias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Acceso </a:t>
            </a:r>
            <a:r>
              <a:rPr lang="en-US" sz="2400" dirty="0" err="1"/>
              <a:t>Concurrente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sz="2400" dirty="0" err="1"/>
              <a:t>Problemas</a:t>
            </a:r>
            <a:r>
              <a:rPr lang="en-US" sz="2400" dirty="0"/>
              <a:t> de </a:t>
            </a:r>
            <a:r>
              <a:rPr lang="en-US" sz="2400" dirty="0" err="1"/>
              <a:t>Seguridad</a:t>
            </a:r>
            <a:endParaRPr lang="es-AR" sz="24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9561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6B372-7136-1716-117F-BE3F15FA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714375"/>
            <a:ext cx="8598218" cy="624095"/>
          </a:xfr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s-AR" sz="3200" b="1" dirty="0">
                <a:solidFill>
                  <a:schemeClr val="bg1"/>
                </a:solidFill>
                <a:ea typeface="Tahoma"/>
                <a:cs typeface="Tahoma"/>
              </a:rPr>
              <a:t>Características de las Base de Datos</a:t>
            </a:r>
          </a:p>
        </p:txBody>
      </p:sp>
      <p:pic>
        <p:nvPicPr>
          <p:cNvPr id="11" name="Marcador de contenido 10" descr="Luces encendidas con relleno sólido">
            <a:extLst>
              <a:ext uri="{FF2B5EF4-FFF2-40B4-BE49-F238E27FC236}">
                <a16:creationId xmlns:a16="http://schemas.microsoft.com/office/drawing/2014/main" id="{AC308154-793C-4412-8400-0B16E5436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3" y="1862278"/>
            <a:ext cx="373618" cy="373618"/>
          </a:xfrm>
        </p:spPr>
      </p:pic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358CC36-F3A7-8479-3E64-C4A8263C7DAD}"/>
              </a:ext>
            </a:extLst>
          </p:cNvPr>
          <p:cNvSpPr txBox="1">
            <a:spLocks/>
          </p:cNvSpPr>
          <p:nvPr/>
        </p:nvSpPr>
        <p:spPr>
          <a:xfrm>
            <a:off x="451487" y="2618964"/>
            <a:ext cx="8241029" cy="3136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 Nova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1800" i="1" dirty="0">
                <a:latin typeface="+mn-lt"/>
              </a:rPr>
              <a:t>“Una Base de Datos es </a:t>
            </a:r>
            <a:r>
              <a:rPr lang="es-AR" sz="1800" i="1" dirty="0" err="1">
                <a:latin typeface="+mn-lt"/>
              </a:rPr>
              <a:t>Autodescritptiva</a:t>
            </a:r>
            <a:r>
              <a:rPr lang="es-AR" sz="1800" i="1" dirty="0">
                <a:latin typeface="+mn-lt"/>
              </a:rPr>
              <a:t>”</a:t>
            </a:r>
          </a:p>
          <a:p>
            <a:pPr lvl="1"/>
            <a:r>
              <a:rPr lang="es-AR" sz="1800" i="1" dirty="0">
                <a:latin typeface="+mn-lt"/>
              </a:rPr>
              <a:t>Una base de datos se compone de:</a:t>
            </a:r>
          </a:p>
          <a:p>
            <a:pPr lvl="2"/>
            <a:r>
              <a:rPr lang="es-AR" sz="1800" i="1" dirty="0">
                <a:latin typeface="+mn-lt"/>
              </a:rPr>
              <a:t>Datos</a:t>
            </a:r>
          </a:p>
          <a:p>
            <a:pPr lvl="2"/>
            <a:r>
              <a:rPr lang="es-AR" sz="1800" i="1" dirty="0">
                <a:latin typeface="+mn-lt"/>
              </a:rPr>
              <a:t>Metadatos o Diccionario de Datos: describen y definen a los datos almacenados. </a:t>
            </a:r>
          </a:p>
          <a:p>
            <a:pPr lvl="1"/>
            <a:r>
              <a:rPr lang="es-AR" sz="1800" b="1" dirty="0">
                <a:latin typeface="+mn-lt"/>
              </a:rPr>
              <a:t>Ventajas:</a:t>
            </a:r>
          </a:p>
          <a:p>
            <a:pPr lvl="2"/>
            <a:r>
              <a:rPr lang="es-AR" sz="1800" i="1" dirty="0">
                <a:latin typeface="+mn-lt"/>
              </a:rPr>
              <a:t>Genera independencia programa/datos</a:t>
            </a:r>
          </a:p>
          <a:p>
            <a:pPr lvl="2"/>
            <a:r>
              <a:rPr lang="es-AR" sz="1800" i="1" dirty="0">
                <a:latin typeface="+mn-lt"/>
              </a:rPr>
              <a:t>Si cambiamos la estructura de la Base de Datos, solo se introduce el cambio en el Diccionario de Datos. Además, se requieren pocos cambios en los programas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EFCB8E-3049-1EB6-2BBE-8950A00B6F7D}"/>
              </a:ext>
            </a:extLst>
          </p:cNvPr>
          <p:cNvSpPr txBox="1"/>
          <p:nvPr/>
        </p:nvSpPr>
        <p:spPr>
          <a:xfrm>
            <a:off x="451485" y="1538309"/>
            <a:ext cx="8241030" cy="10215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AR" dirty="0"/>
          </a:p>
          <a:p>
            <a:pPr algn="ctr"/>
            <a:r>
              <a:rPr lang="es-AR" i="1" dirty="0"/>
              <a:t>Una Base de Datos es un conjunto autodescriptivo de registros integrados</a:t>
            </a:r>
          </a:p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4566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394700" y="700076"/>
            <a:ext cx="8353775" cy="51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Historia de los sistemas de BD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95525" y="1086475"/>
            <a:ext cx="86346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Sistemas en red y jerárquicos</a:t>
            </a:r>
            <a:endParaRPr dirty="0"/>
          </a:p>
          <a:p>
            <a:pPr marL="177800" marR="0" lvl="0" indent="-177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Char char="•"/>
            </a:pP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En los ´60 se creó el primer SGBD en red (IDS= </a:t>
            </a:r>
            <a:r>
              <a:rPr lang="es-AR" sz="1600" i="1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Integrated</a:t>
            </a:r>
            <a:r>
              <a:rPr lang="es-AR" sz="1600" i="1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 Data Store</a:t>
            </a: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)</a:t>
            </a:r>
            <a:endParaRPr dirty="0">
              <a:solidFill>
                <a:srgbClr val="000000"/>
              </a:solidFill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Char char="•"/>
            </a:pP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También surgieron Sistemas jerárquicos (IMS=</a:t>
            </a:r>
            <a:r>
              <a:rPr lang="es-AR" sz="1600" i="1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 </a:t>
            </a:r>
            <a:r>
              <a:rPr lang="es-AR" sz="1600" i="1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Information</a:t>
            </a:r>
            <a:r>
              <a:rPr lang="es-AR" sz="1600" i="1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 Management </a:t>
            </a:r>
            <a:r>
              <a:rPr lang="es-AR" sz="1600" i="1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System</a:t>
            </a: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, de IBM)</a:t>
            </a:r>
            <a:endParaRPr sz="1600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Representación limitada de datos y acceso complejo </a:t>
            </a:r>
            <a:endParaRPr sz="1600" b="0" i="0" u="none" strike="noStrike" cap="none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10400" y="4350645"/>
            <a:ext cx="8748600" cy="1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 b="1" dirty="0">
              <a:solidFill>
                <a:srgbClr val="003366"/>
              </a:solidFill>
              <a:ea typeface="Tahoma"/>
              <a:cs typeface="Tahoma"/>
              <a:sym typeface="Tahoma"/>
            </a:endParaRPr>
          </a:p>
          <a:p>
            <a:pPr marL="355600" marR="0" lvl="0" indent="-3556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AR" sz="2000" b="1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Modelo relacional extendido, orientado a objetos </a:t>
            </a:r>
            <a:endParaRPr dirty="0"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b="0" i="0" u="none" strike="noStrike" cap="none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Mejoras sobre el modelo relacional puro y lenguajes de consulta</a:t>
            </a:r>
            <a:endParaRPr dirty="0"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b="0" i="0" u="none" strike="noStrike" cap="none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Extensión de capacidades, tipos de datos y aplicaciones</a:t>
            </a:r>
            <a:endParaRPr sz="1600" b="0" i="0" u="none" strike="noStrike" cap="none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94700" y="2387870"/>
            <a:ext cx="86346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AR" sz="2000" b="1">
                <a:solidFill>
                  <a:srgbClr val="003366"/>
                </a:solidFill>
                <a:ea typeface="Tahoma"/>
                <a:cs typeface="Tahoma"/>
                <a:sym typeface="Tahoma"/>
              </a:rPr>
              <a:t>Modelo relacional</a:t>
            </a:r>
            <a:endParaRPr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1970: Codd (IBM) propone el </a:t>
            </a:r>
            <a:r>
              <a:rPr lang="es-AR" sz="1600" b="0" i="1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Modelo de Datos Relacional</a:t>
            </a:r>
            <a:endParaRPr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1976-77: Chen presentó el Modelo de Entidades-Relaciones - posteriormente </a:t>
            </a:r>
            <a:r>
              <a:rPr lang="es-AR" sz="1600">
                <a:solidFill>
                  <a:srgbClr val="000000"/>
                </a:solidFill>
                <a:ea typeface="Tahoma"/>
                <a:cs typeface="Tahoma"/>
                <a:sym typeface="Tahoma"/>
              </a:rPr>
              <a:t>fue </a:t>
            </a:r>
            <a:r>
              <a:rPr lang="es-AR" sz="16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exten</a:t>
            </a:r>
            <a:r>
              <a:rPr lang="es-AR" sz="1600">
                <a:solidFill>
                  <a:srgbClr val="000000"/>
                </a:solidFill>
                <a:ea typeface="Tahoma"/>
                <a:cs typeface="Tahoma"/>
                <a:sym typeface="Tahoma"/>
              </a:rPr>
              <a:t>dido</a:t>
            </a:r>
            <a:endParaRPr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>
                <a:solidFill>
                  <a:srgbClr val="000000"/>
                </a:solidFill>
                <a:ea typeface="Tahoma"/>
                <a:cs typeface="Tahoma"/>
                <a:sym typeface="Tahoma"/>
              </a:rPr>
              <a:t>D</a:t>
            </a:r>
            <a:r>
              <a:rPr lang="es-AR" sz="16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esarrollo de SGBD relacionales comerciales </a:t>
            </a:r>
            <a:r>
              <a:rPr lang="es-AR" sz="15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(DB2 de IBM, Oracle, Informix, PostgreSQL, </a:t>
            </a:r>
            <a:r>
              <a:rPr lang="es-AR" sz="1500">
                <a:solidFill>
                  <a:srgbClr val="000000"/>
                </a:solidFill>
                <a:ea typeface="Tahoma"/>
                <a:cs typeface="Tahoma"/>
                <a:sym typeface="Tahoma"/>
              </a:rPr>
              <a:t>…</a:t>
            </a:r>
            <a:r>
              <a:rPr lang="es-AR" sz="15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)</a:t>
            </a:r>
            <a:endParaRPr sz="1500" b="0" i="0" u="none" strike="noStrike" cap="none">
              <a:solidFill>
                <a:srgbClr val="000000"/>
              </a:solidFill>
              <a:ea typeface="Tahoma"/>
              <a:cs typeface="Tahoma"/>
              <a:sym typeface="Tahoma"/>
            </a:endParaRPr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>
                <a:solidFill>
                  <a:srgbClr val="000000"/>
                </a:solidFill>
                <a:ea typeface="Tahoma"/>
                <a:cs typeface="Tahoma"/>
                <a:sym typeface="Tahoma"/>
              </a:rPr>
              <a:t>Fines de los ´80: L</a:t>
            </a:r>
            <a:r>
              <a:rPr lang="es-AR" sz="16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enguaje de consultas estructurado (SQL) estándar </a:t>
            </a:r>
            <a:r>
              <a:rPr lang="es-AR" sz="15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(desarroll</a:t>
            </a:r>
            <a:r>
              <a:rPr lang="es-AR" sz="1500">
                <a:solidFill>
                  <a:srgbClr val="000000"/>
                </a:solidFill>
                <a:ea typeface="Tahoma"/>
                <a:cs typeface="Tahoma"/>
                <a:sym typeface="Tahoma"/>
              </a:rPr>
              <a:t>ado</a:t>
            </a:r>
            <a:r>
              <a:rPr lang="es-AR" sz="15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 inicialmente </a:t>
            </a:r>
            <a:r>
              <a:rPr lang="es-AR" sz="1500">
                <a:solidFill>
                  <a:srgbClr val="000000"/>
                </a:solidFill>
                <a:ea typeface="Tahoma"/>
                <a:cs typeface="Tahoma"/>
                <a:sym typeface="Tahoma"/>
              </a:rPr>
              <a:t>por </a:t>
            </a:r>
            <a:r>
              <a:rPr lang="es-AR" sz="1500" b="0" i="0" u="none" strike="noStrike" cap="none">
                <a:solidFill>
                  <a:srgbClr val="000000"/>
                </a:solidFill>
                <a:ea typeface="Tahoma"/>
                <a:cs typeface="Tahoma"/>
                <a:sym typeface="Tahoma"/>
              </a:rPr>
              <a:t>IBM)</a:t>
            </a:r>
            <a:endParaRPr sz="150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10400" y="5467141"/>
            <a:ext cx="8748600" cy="8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55600" marR="0" lvl="0" indent="-35560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AR" sz="2000" b="1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Nuevas aplicaciones  </a:t>
            </a:r>
            <a:endParaRPr dirty="0"/>
          </a:p>
          <a:p>
            <a:pPr marL="177800" marR="0" lvl="1" indent="-1778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BD Multimedia, Información geográfica, </a:t>
            </a:r>
            <a:r>
              <a:rPr lang="es-AR" sz="1600" dirty="0" err="1">
                <a:solidFill>
                  <a:srgbClr val="000000"/>
                </a:solidFill>
                <a:ea typeface="Tahoma"/>
                <a:cs typeface="Tahoma"/>
                <a:sym typeface="Tahoma"/>
              </a:rPr>
              <a:t>warehouses</a:t>
            </a:r>
            <a:r>
              <a:rPr lang="es-AR" sz="16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, BD No-SQL, disp. m</a:t>
            </a:r>
            <a:r>
              <a:rPr lang="es-AR" sz="1600" dirty="0">
                <a:ea typeface="Tahoma"/>
                <a:cs typeface="Tahoma"/>
                <a:sym typeface="Tahoma"/>
              </a:rPr>
              <a:t>óviles, …</a:t>
            </a:r>
            <a:endParaRPr sz="1600" b="0" i="0" u="none" strike="noStrike" cap="none" dirty="0">
              <a:solidFill>
                <a:srgbClr val="000000"/>
              </a:solidFill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9D26A-1DF3-570C-3944-3563DEA6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84" y="708029"/>
            <a:ext cx="8497016" cy="500732"/>
          </a:xfr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s-AR" sz="3200" b="1" dirty="0">
                <a:solidFill>
                  <a:schemeClr val="bg1"/>
                </a:solidFill>
                <a:ea typeface="Tahoma"/>
                <a:cs typeface="Tahoma"/>
              </a:rPr>
              <a:t>Introducción a los Sistemas de Bases de Datos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5BA2E6F-A025-1305-FEE6-31AAB70DA47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7334" y="1814513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áfico 5" descr="Preguntas con relleno sólido">
            <a:extLst>
              <a:ext uri="{FF2B5EF4-FFF2-40B4-BE49-F238E27FC236}">
                <a16:creationId xmlns:a16="http://schemas.microsoft.com/office/drawing/2014/main" id="{066DDCB2-2066-DE48-F719-326AA21F15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092" y="3764467"/>
            <a:ext cx="748517" cy="748517"/>
          </a:xfrm>
          <a:prstGeom prst="rect">
            <a:avLst/>
          </a:prstGeom>
        </p:spPr>
      </p:pic>
      <p:pic>
        <p:nvPicPr>
          <p:cNvPr id="8" name="Gráfico 7" descr="Base de datos con relleno sólido">
            <a:extLst>
              <a:ext uri="{FF2B5EF4-FFF2-40B4-BE49-F238E27FC236}">
                <a16:creationId xmlns:a16="http://schemas.microsoft.com/office/drawing/2014/main" id="{5101F09E-01EE-D792-A75D-0E72FD3521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092" y="2493570"/>
            <a:ext cx="748516" cy="748516"/>
          </a:xfrm>
          <a:prstGeom prst="rect">
            <a:avLst/>
          </a:prstGeom>
        </p:spPr>
      </p:pic>
      <p:pic>
        <p:nvPicPr>
          <p:cNvPr id="10" name="Gráfico 9" descr="Engranajes contorno">
            <a:extLst>
              <a:ext uri="{FF2B5EF4-FFF2-40B4-BE49-F238E27FC236}">
                <a16:creationId xmlns:a16="http://schemas.microsoft.com/office/drawing/2014/main" id="{B63BBAEB-B9CC-E84D-B789-494C7FDD9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942" y="47348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4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/>
          <p:nvPr/>
        </p:nvSpPr>
        <p:spPr>
          <a:xfrm>
            <a:off x="323525" y="761625"/>
            <a:ext cx="8496950" cy="5847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Características de los SGBD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323525" y="1444486"/>
            <a:ext cx="8586000" cy="490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200" dirty="0">
                <a:solidFill>
                  <a:srgbClr val="000000"/>
                </a:solidFill>
                <a:ea typeface="Tahoma"/>
                <a:cs typeface="Tahoma"/>
                <a:sym typeface="Tahoma"/>
              </a:rPr>
              <a:t>Capacidad</a:t>
            </a:r>
            <a:r>
              <a:rPr lang="es-AR" sz="22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y soporte para: </a:t>
            </a:r>
            <a:endParaRPr sz="22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55600" algn="l" rtl="0">
              <a:spcBef>
                <a:spcPts val="12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Control de redundancia</a:t>
            </a:r>
            <a:r>
              <a:rPr lang="es-AR" sz="1800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(para modelar relaciones entre los datos y mejorar las prestaciones) y </a:t>
            </a: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evitan riesgo de inconsistencias</a:t>
            </a:r>
            <a:r>
              <a:rPr lang="es-AR" sz="1800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al compartir la información</a:t>
            </a:r>
            <a:endParaRPr sz="1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Consistencia e integridad de datos</a:t>
            </a:r>
            <a:r>
              <a:rPr lang="es-AR" sz="1800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es-AR" sz="1800" dirty="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 define la validez de los datos, mediante la especificación de restricciones o reglas que deben verificarse</a:t>
            </a:r>
            <a:endParaRPr sz="1600" dirty="0"/>
          </a:p>
          <a:p>
            <a:pPr marL="342900" marR="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Accesibilidad a los datos: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mediante lenguaje para definición de datos y restricciones, consulta y actualización ocultando detalles de cómo se almacenan y actualizan </a:t>
            </a:r>
            <a:endParaRPr sz="1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Generación de vistas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 distinto tipo de usuarios sobre la misma BD</a:t>
            </a:r>
            <a:endParaRPr sz="1800" b="1" dirty="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Seguridad y control de acceso:</a:t>
            </a:r>
            <a:r>
              <a:rPr lang="es-AR" sz="1800" b="1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los datos pueden ser compartidos, con posibilidad de distintos permisos a usuarios autorizados</a:t>
            </a:r>
            <a:endParaRPr sz="1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55600" algn="l" rtl="0">
              <a:spcBef>
                <a:spcPts val="10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Char char="•"/>
            </a:pPr>
            <a:r>
              <a:rPr lang="es-AR" sz="1800" b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Concurrencia y recuperación</a:t>
            </a:r>
            <a:r>
              <a:rPr lang="es-AR" sz="1800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s-AR" sz="18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gestión de acceso por distintos usuarios al mismo tiempo sin interferencias y se garantiza la recuperación ante fallas</a:t>
            </a:r>
            <a:endParaRPr sz="1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437322" y="782900"/>
            <a:ext cx="8388625" cy="4718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Arquitectura en 3 Niveles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732" y="1362733"/>
            <a:ext cx="5040564" cy="444253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/>
          <p:nvPr/>
        </p:nvSpPr>
        <p:spPr>
          <a:xfrm>
            <a:off x="5311222" y="1805915"/>
            <a:ext cx="365326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ea typeface="Tahoma"/>
                <a:cs typeface="Tahoma"/>
                <a:sym typeface="Tahoma"/>
              </a:rPr>
              <a:t>Descripción de vistas de usuario</a:t>
            </a:r>
            <a:br>
              <a:rPr lang="es-AR" sz="1600">
                <a:solidFill>
                  <a:schemeClr val="dk1"/>
                </a:solidFill>
                <a:ea typeface="Tahoma"/>
                <a:cs typeface="Tahoma"/>
                <a:sym typeface="Tahoma"/>
              </a:rPr>
            </a:br>
            <a:r>
              <a:rPr lang="es-AR" sz="1600">
                <a:solidFill>
                  <a:schemeClr val="dk1"/>
                </a:solidFill>
                <a:ea typeface="Tahoma"/>
                <a:cs typeface="Tahoma"/>
                <a:sym typeface="Tahoma"/>
              </a:rPr>
              <a:t>Puede haber tantos sub-esquemas de la BD como tipos de usuarios finales </a:t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5309295" y="3307813"/>
            <a:ext cx="3834705" cy="106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Descripción semántica de los datos, sus relaciones y restricciones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Algunos distinguen un </a:t>
            </a:r>
            <a:r>
              <a:rPr lang="es-AR" sz="1400" b="1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Nivel Lógico</a:t>
            </a:r>
            <a:r>
              <a:rPr lang="es-AR" sz="14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: descripción según modelo de datos del SGBD</a:t>
            </a:r>
            <a:endParaRPr sz="1400" dirty="0">
              <a:solidFill>
                <a:schemeClr val="dk1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5309295" y="4800054"/>
            <a:ext cx="383470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Descripción y tipos de datos según un  </a:t>
            </a:r>
            <a:b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</a:br>
            <a: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SGBD particular: tamaño y precisión, </a:t>
            </a:r>
            <a:b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</a:br>
            <a:r>
              <a:rPr lang="es-AR" sz="16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tipos de índices y de estructuras de almacenamiento utilizadas</a:t>
            </a:r>
            <a:endParaRPr sz="1600" dirty="0">
              <a:solidFill>
                <a:schemeClr val="dk1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243954" y="5975046"/>
            <a:ext cx="888223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Los niveles de abstracción facilitan la </a:t>
            </a:r>
            <a:r>
              <a:rPr lang="es-AR" sz="1600" b="1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independencia de los datos </a:t>
            </a:r>
            <a:r>
              <a:rPr lang="es-AR" sz="1600" dirty="0">
                <a:solidFill>
                  <a:srgbClr val="003366"/>
                </a:solidFill>
                <a:ea typeface="Tahoma"/>
                <a:cs typeface="Tahoma"/>
                <a:sym typeface="Tahoma"/>
              </a:rPr>
              <a:t>entre un nivel y el superior</a:t>
            </a:r>
            <a:endParaRPr sz="1800" dirty="0">
              <a:solidFill>
                <a:srgbClr val="003366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2360091" y="5470956"/>
            <a:ext cx="29695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9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de: S.Sumathi, S. Esakkirajan, Fundamentals of Relational Database Management Systems (2007)</a:t>
            </a:r>
            <a:endParaRPr sz="9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004048" y="1456704"/>
            <a:ext cx="2116013" cy="323165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6E911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rgbClr val="002060"/>
                </a:solidFill>
                <a:ea typeface="Tahoma"/>
                <a:cs typeface="Tahoma"/>
                <a:sym typeface="Tahoma"/>
              </a:rPr>
              <a:t>Nivel externo</a:t>
            </a:r>
            <a:endParaRPr sz="1500" b="1">
              <a:solidFill>
                <a:srgbClr val="00206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5025877" y="2917269"/>
            <a:ext cx="2094184" cy="323165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6E911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rgbClr val="002060"/>
                </a:solidFill>
                <a:ea typeface="Arial"/>
                <a:cs typeface="Arial"/>
                <a:sym typeface="Arial"/>
              </a:rPr>
              <a:t>  </a:t>
            </a:r>
            <a:r>
              <a:rPr lang="es-AR" sz="1500" b="1">
                <a:solidFill>
                  <a:srgbClr val="002060"/>
                </a:solidFill>
                <a:ea typeface="Tahoma"/>
                <a:cs typeface="Tahoma"/>
                <a:sym typeface="Tahoma"/>
              </a:rPr>
              <a:t>Nivel conceptual </a:t>
            </a:r>
            <a:endParaRPr sz="1500" b="1">
              <a:solidFill>
                <a:srgbClr val="002060"/>
              </a:solidFill>
              <a:ea typeface="Tahoma"/>
              <a:cs typeface="Tahoma"/>
              <a:sym typeface="Tahoma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5025877" y="4473987"/>
            <a:ext cx="2426444" cy="323165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rgbClr val="6E911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rgbClr val="002060"/>
                </a:solidFill>
                <a:ea typeface="Arial"/>
                <a:cs typeface="Arial"/>
                <a:sym typeface="Arial"/>
              </a:rPr>
              <a:t>  </a:t>
            </a:r>
            <a:r>
              <a:rPr lang="es-AR" sz="1500" b="1">
                <a:solidFill>
                  <a:srgbClr val="002060"/>
                </a:solidFill>
                <a:ea typeface="Tahoma"/>
                <a:cs typeface="Tahoma"/>
                <a:sym typeface="Tahoma"/>
              </a:rPr>
              <a:t>Nivel interno o físico </a:t>
            </a:r>
            <a:endParaRPr sz="1500" b="1">
              <a:solidFill>
                <a:srgbClr val="002060"/>
              </a:solidFill>
              <a:ea typeface="Tahoma"/>
              <a:cs typeface="Tahoma"/>
              <a:sym typeface="Tahom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6296" y="1707208"/>
            <a:ext cx="1440160" cy="143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6131602" y="3417967"/>
            <a:ext cx="280831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 SGBD transforma una solicitud de usuario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s-AR" sz="1800" i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esquema externo</a:t>
            </a:r>
            <a:r>
              <a:rPr lang="es-A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es-AR" sz="1800" dirty="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una solicitud </a:t>
            </a:r>
            <a:r>
              <a:rPr lang="es-AR" sz="1800" dirty="0">
                <a:solidFill>
                  <a:schemeClr val="dk1"/>
                </a:solidFill>
                <a:ea typeface="Tahoma"/>
                <a:cs typeface="Tahoma"/>
                <a:sym typeface="Tahoma"/>
              </a:rPr>
              <a:t>expresada</a:t>
            </a:r>
            <a:r>
              <a:rPr lang="es-AR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según el</a:t>
            </a:r>
            <a:r>
              <a:rPr lang="es-AR" sz="1800" dirty="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i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esquema conceptual</a:t>
            </a:r>
            <a:r>
              <a:rPr lang="es-AR" sz="1800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 garantiza el acceso a los datos almacenados </a:t>
            </a:r>
            <a:r>
              <a:rPr lang="es-AR" sz="1800" dirty="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s-AR" sz="1800" i="1" dirty="0">
                <a:solidFill>
                  <a:srgbClr val="003366"/>
                </a:solidFill>
                <a:latin typeface="Tahoma"/>
                <a:ea typeface="Tahoma"/>
                <a:cs typeface="Tahoma"/>
                <a:sym typeface="Tahoma"/>
              </a:rPr>
              <a:t>esquema interno</a:t>
            </a:r>
            <a:r>
              <a:rPr lang="es-AR" sz="1800" dirty="0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800" dirty="0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074" y="1033670"/>
            <a:ext cx="5505078" cy="520538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/>
          <p:nvPr/>
        </p:nvSpPr>
        <p:spPr>
          <a:xfrm>
            <a:off x="3635895" y="6232309"/>
            <a:ext cx="237626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representación única </a:t>
            </a:r>
            <a:br>
              <a:rPr lang="es-AR"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s-AR" sz="12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integrada de los datos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144016" y="6279703"/>
            <a:ext cx="363589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catálogo/diccionario de datos/ METADATOS (descripción acerca de los datos)</a:t>
            </a:r>
            <a:endParaRPr dirty="0"/>
          </a:p>
        </p:txBody>
      </p:sp>
      <p:cxnSp>
        <p:nvCxnSpPr>
          <p:cNvPr id="182" name="Google Shape;182;p23"/>
          <p:cNvCxnSpPr/>
          <p:nvPr/>
        </p:nvCxnSpPr>
        <p:spPr>
          <a:xfrm>
            <a:off x="2246704" y="5951021"/>
            <a:ext cx="0" cy="314560"/>
          </a:xfrm>
          <a:prstGeom prst="straightConnector1">
            <a:avLst/>
          </a:prstGeom>
          <a:solidFill>
            <a:schemeClr val="accent1"/>
          </a:solidFill>
          <a:ln w="254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3" name="Google Shape;183;p23"/>
          <p:cNvCxnSpPr/>
          <p:nvPr/>
        </p:nvCxnSpPr>
        <p:spPr>
          <a:xfrm>
            <a:off x="4622968" y="5951021"/>
            <a:ext cx="0" cy="314560"/>
          </a:xfrm>
          <a:prstGeom prst="straightConnector1">
            <a:avLst/>
          </a:prstGeom>
          <a:solidFill>
            <a:schemeClr val="accent1"/>
          </a:solidFill>
          <a:ln w="25400" cap="flat" cmpd="sng">
            <a:solidFill>
              <a:srgbClr val="0070C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4" name="Google Shape;184;p23"/>
          <p:cNvSpPr/>
          <p:nvPr/>
        </p:nvSpPr>
        <p:spPr>
          <a:xfrm>
            <a:off x="4824027" y="716649"/>
            <a:ext cx="3968914" cy="461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Acceso a los datos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0025" y="792159"/>
            <a:ext cx="8729663" cy="572815"/>
          </a:xfr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3200" b="1" dirty="0">
                <a:solidFill>
                  <a:schemeClr val="bg1"/>
                </a:solidFill>
                <a:ea typeface="Tahoma"/>
                <a:cs typeface="Tahoma"/>
              </a:rPr>
              <a:t>¿Cuándo usamos una Base de Datos?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 i="1" dirty="0"/>
              <a:t>Cuando deseamos mantener almacenado en el tiempo ciertos datos que son de interés. </a:t>
            </a:r>
            <a:r>
              <a:rPr lang="es-ES" sz="2400" i="1" dirty="0">
                <a:sym typeface="Wingdings" panose="05000000000000000000" pitchFamily="2" charset="2"/>
              </a:rPr>
              <a:t> Persistencia de Los Datos</a:t>
            </a:r>
            <a:endParaRPr lang="es-ES" sz="24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i="1" dirty="0"/>
              <a:t>Cuando deseamos recuperar esa información de una manera </a:t>
            </a:r>
            <a:r>
              <a:rPr lang="es-ES" sz="2400" b="1" i="1" dirty="0"/>
              <a:t>practica</a:t>
            </a:r>
            <a:r>
              <a:rPr lang="es-ES" sz="2400" i="1" dirty="0"/>
              <a:t> y </a:t>
            </a:r>
            <a:r>
              <a:rPr lang="es-ES" sz="2400" b="1" i="1" dirty="0"/>
              <a:t>eficiente.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2400" b="1" i="1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4" name="Rectángulo: esquinas redondeadas 3"/>
          <p:cNvSpPr/>
          <p:nvPr/>
        </p:nvSpPr>
        <p:spPr>
          <a:xfrm>
            <a:off x="843788" y="4204261"/>
            <a:ext cx="7132320" cy="940526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i="1" dirty="0"/>
              <a:t>Hoy en día, todos somos un registro en alguna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55469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2888" y="742950"/>
            <a:ext cx="8672512" cy="569015"/>
          </a:xfr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s-AR" sz="3200" b="1" dirty="0">
                <a:solidFill>
                  <a:schemeClr val="bg1"/>
                </a:solidFill>
                <a:ea typeface="Tahoma"/>
                <a:cs typeface="Tahoma"/>
              </a:rPr>
              <a:t>Tipos de Bases de Datos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506588"/>
              </p:ext>
            </p:extLst>
          </p:nvPr>
        </p:nvGraphicFramePr>
        <p:xfrm>
          <a:off x="857250" y="2057400"/>
          <a:ext cx="74041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2946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176" y="779468"/>
            <a:ext cx="8658224" cy="505994"/>
          </a:xfr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s-ES" sz="3200" b="1" dirty="0">
                <a:solidFill>
                  <a:schemeClr val="bg1"/>
                </a:solidFill>
                <a:ea typeface="Tahoma"/>
                <a:cs typeface="Tahoma"/>
              </a:rPr>
              <a:t>Ciclo de Vida de una Base de Datos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279581" y="2281646"/>
          <a:ext cx="8507368" cy="3561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1892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5749" y="757238"/>
            <a:ext cx="8615363" cy="505223"/>
          </a:xfr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3200" b="1" dirty="0" err="1">
                <a:solidFill>
                  <a:schemeClr val="bg1"/>
                </a:solidFill>
                <a:ea typeface="Tahoma"/>
                <a:cs typeface="Tahoma"/>
              </a:rPr>
              <a:t>Usuarios</a:t>
            </a:r>
            <a:r>
              <a:rPr lang="en-US" sz="3200" b="1" dirty="0">
                <a:solidFill>
                  <a:schemeClr val="bg1"/>
                </a:solidFill>
                <a:ea typeface="Tahoma"/>
                <a:cs typeface="Tahoma"/>
              </a:rPr>
              <a:t> de Bases de Datos</a:t>
            </a:r>
            <a:endParaRPr lang="es-AR" sz="3200" b="1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571625"/>
            <a:ext cx="7886700" cy="4215212"/>
          </a:xfrm>
        </p:spPr>
        <p:txBody>
          <a:bodyPr/>
          <a:lstStyle/>
          <a:p>
            <a:pPr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Son aquellos que consumen y manipulan los datos de una Base de Datos.</a:t>
            </a:r>
          </a:p>
          <a:p>
            <a:pPr lvl="1" algn="just"/>
            <a:endParaRPr lang="es-AR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530081954"/>
              </p:ext>
            </p:extLst>
          </p:nvPr>
        </p:nvGraphicFramePr>
        <p:xfrm>
          <a:off x="1524000" y="203200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261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922" y="712305"/>
            <a:ext cx="8576660" cy="506896"/>
          </a:xfr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3200" b="1">
                <a:solidFill>
                  <a:schemeClr val="bg1"/>
                </a:solidFill>
                <a:ea typeface="Tahoma"/>
                <a:cs typeface="Tahoma"/>
              </a:rPr>
              <a:t>Usuarios</a:t>
            </a:r>
            <a:r>
              <a:rPr lang="en-US" sz="3200" b="1" dirty="0">
                <a:solidFill>
                  <a:schemeClr val="bg1"/>
                </a:solidFill>
                <a:ea typeface="Tahoma"/>
                <a:cs typeface="Tahoma"/>
              </a:rPr>
              <a:t> de Bases </a:t>
            </a:r>
            <a:r>
              <a:rPr lang="en-US" sz="3200" b="1">
                <a:solidFill>
                  <a:schemeClr val="bg1"/>
                </a:solidFill>
                <a:ea typeface="Tahoma"/>
                <a:cs typeface="Tahoma"/>
              </a:rPr>
              <a:t>de </a:t>
            </a:r>
            <a:r>
              <a:rPr lang="en-US" sz="3200" b="1" dirty="0" err="1">
                <a:solidFill>
                  <a:schemeClr val="bg1"/>
                </a:solidFill>
                <a:ea typeface="Tahoma"/>
                <a:cs typeface="Tahoma"/>
              </a:rPr>
              <a:t>Datos</a:t>
            </a:r>
            <a:endParaRPr lang="es-AR" sz="3200" b="1" dirty="0">
              <a:solidFill>
                <a:schemeClr val="bg1"/>
              </a:solidFill>
              <a:ea typeface="Tahoma"/>
              <a:cs typeface="Tahoma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3670" y="1643270"/>
            <a:ext cx="8576660" cy="4576958"/>
          </a:xfrm>
        </p:spPr>
        <p:txBody>
          <a:bodyPr>
            <a:normAutofit/>
          </a:bodyPr>
          <a:lstStyle/>
          <a:p>
            <a:pPr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Un tipo especial de usuario el cual tiene el control central de un SGBD, es el denominado </a:t>
            </a:r>
            <a:r>
              <a:rPr lang="es-AR" sz="2000" b="1" dirty="0">
                <a:solidFill>
                  <a:schemeClr val="bg2">
                    <a:lumMod val="10000"/>
                  </a:schemeClr>
                </a:solidFill>
              </a:rPr>
              <a:t>Administrador de Base de Datos (DBA)</a:t>
            </a:r>
          </a:p>
          <a:p>
            <a:pPr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Entre las funciones de un DBA se encuentran:</a:t>
            </a:r>
          </a:p>
          <a:p>
            <a:pPr lvl="1"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Definición del Esquema</a:t>
            </a:r>
          </a:p>
          <a:p>
            <a:pPr lvl="1"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Definición de la Estructura y del Método de Acceso</a:t>
            </a:r>
          </a:p>
          <a:p>
            <a:pPr lvl="1"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Modificación del Esquema y de la Organización Física</a:t>
            </a:r>
          </a:p>
          <a:p>
            <a:pPr lvl="1"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Concesión de autorización para el acceso a datos</a:t>
            </a:r>
          </a:p>
          <a:p>
            <a:pPr lvl="1" algn="just"/>
            <a:r>
              <a:rPr lang="es-AR" sz="2000" dirty="0">
                <a:solidFill>
                  <a:schemeClr val="bg2">
                    <a:lumMod val="10000"/>
                  </a:schemeClr>
                </a:solidFill>
              </a:rPr>
              <a:t>Mantenimiento Rutinario</a:t>
            </a:r>
          </a:p>
          <a:p>
            <a:pPr lvl="2" algn="just"/>
            <a:r>
              <a:rPr lang="es-AR" dirty="0">
                <a:solidFill>
                  <a:schemeClr val="bg2">
                    <a:lumMod val="10000"/>
                  </a:schemeClr>
                </a:solidFill>
              </a:rPr>
              <a:t>Copias de Seguridad</a:t>
            </a:r>
          </a:p>
          <a:p>
            <a:pPr lvl="2" algn="just"/>
            <a:r>
              <a:rPr lang="es-AR" dirty="0">
                <a:solidFill>
                  <a:schemeClr val="bg2">
                    <a:lumMod val="10000"/>
                  </a:schemeClr>
                </a:solidFill>
              </a:rPr>
              <a:t>Asegurarse de que exista espacio Libre.</a:t>
            </a:r>
          </a:p>
          <a:p>
            <a:pPr lvl="2" algn="just"/>
            <a:r>
              <a:rPr lang="es-AR" dirty="0">
                <a:solidFill>
                  <a:schemeClr val="bg2">
                    <a:lumMod val="10000"/>
                  </a:schemeClr>
                </a:solidFill>
              </a:rPr>
              <a:t>Supervisión y mantenimiento del rendimiento de la Base de Datos. </a:t>
            </a:r>
            <a:r>
              <a:rPr lang="es-AR" i="1" dirty="0" err="1">
                <a:solidFill>
                  <a:schemeClr val="bg2">
                    <a:lumMod val="10000"/>
                  </a:schemeClr>
                </a:solidFill>
              </a:rPr>
              <a:t>Tunning</a:t>
            </a:r>
            <a:r>
              <a:rPr lang="es-AR" i="1" dirty="0">
                <a:solidFill>
                  <a:schemeClr val="bg2">
                    <a:lumMod val="10000"/>
                  </a:schemeClr>
                </a:solidFill>
              </a:rPr>
              <a:t> de Base de Datos</a:t>
            </a:r>
            <a:endParaRPr lang="es-AR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598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>
            <a:spLocks noGrp="1"/>
          </p:cNvSpPr>
          <p:nvPr>
            <p:ph type="body" idx="1"/>
          </p:nvPr>
        </p:nvSpPr>
        <p:spPr>
          <a:xfrm>
            <a:off x="323525" y="1100025"/>
            <a:ext cx="8644500" cy="28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925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900"/>
              <a:buFont typeface="Arial"/>
              <a:buChar char="●"/>
            </a:pPr>
            <a:r>
              <a:rPr lang="es-AR" sz="1900" dirty="0"/>
              <a:t>Modelo o Diagrama de </a:t>
            </a:r>
            <a:r>
              <a:rPr lang="es-AR" sz="1900" b="1" dirty="0">
                <a:solidFill>
                  <a:srgbClr val="003366"/>
                </a:solidFill>
              </a:rPr>
              <a:t>Entidades-Relaciones Extendido (</a:t>
            </a:r>
            <a:r>
              <a:rPr lang="es-AR" sz="1900" b="1" i="1" dirty="0" err="1">
                <a:solidFill>
                  <a:srgbClr val="003366"/>
                </a:solidFill>
              </a:rPr>
              <a:t>DERExt</a:t>
            </a:r>
            <a:r>
              <a:rPr lang="es-AR" sz="1900" b="1" dirty="0">
                <a:solidFill>
                  <a:srgbClr val="003366"/>
                </a:solidFill>
              </a:rPr>
              <a:t>)</a:t>
            </a:r>
            <a:r>
              <a:rPr lang="es-AR" sz="1900" dirty="0">
                <a:solidFill>
                  <a:srgbClr val="003366"/>
                </a:solidFill>
              </a:rPr>
              <a:t>: </a:t>
            </a:r>
            <a:r>
              <a:rPr lang="es-AR" sz="1900" dirty="0"/>
              <a:t>Representación gráfica de entidades, atributos, relaciones y restricciones</a:t>
            </a:r>
            <a:endParaRPr sz="1900" dirty="0"/>
          </a:p>
          <a:p>
            <a:pPr marL="342900" lvl="0" indent="-34925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900"/>
              <a:buFont typeface="Arial"/>
              <a:buChar char="●"/>
            </a:pPr>
            <a:r>
              <a:rPr lang="es-AR" sz="1900" dirty="0"/>
              <a:t>Derivación a un </a:t>
            </a:r>
            <a:r>
              <a:rPr lang="es-AR" sz="1900" b="1" dirty="0">
                <a:solidFill>
                  <a:srgbClr val="003366"/>
                </a:solidFill>
              </a:rPr>
              <a:t>Esquema Lógico Estándar (ELE) </a:t>
            </a:r>
            <a:r>
              <a:rPr lang="es-AR" sz="1900" dirty="0"/>
              <a:t>basado en el </a:t>
            </a:r>
            <a:r>
              <a:rPr lang="es-AR" sz="1900" u="sng" dirty="0"/>
              <a:t>Modelo Relacional</a:t>
            </a:r>
            <a:r>
              <a:rPr lang="es-AR" sz="1900" dirty="0"/>
              <a:t>, según </a:t>
            </a:r>
            <a:r>
              <a:rPr lang="es-AR" sz="1900" b="1" dirty="0">
                <a:solidFill>
                  <a:srgbClr val="003366"/>
                </a:solidFill>
              </a:rPr>
              <a:t>Reglas de transformación:</a:t>
            </a:r>
            <a:endParaRPr sz="1900" b="1" dirty="0">
              <a:solidFill>
                <a:srgbClr val="003366"/>
              </a:solidFill>
            </a:endParaRPr>
          </a:p>
          <a:p>
            <a:pPr marL="742950" lvl="1" indent="-337185" algn="l" rtl="0">
              <a:spcBef>
                <a:spcPts val="6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s-AR" sz="1800" b="1" dirty="0">
                <a:solidFill>
                  <a:srgbClr val="C00000"/>
                </a:solidFill>
              </a:rPr>
              <a:t>de entidades </a:t>
            </a:r>
            <a:r>
              <a:rPr lang="es-AR" sz="1800" dirty="0"/>
              <a:t>(Fuertes y Débiles)</a:t>
            </a:r>
            <a:endParaRPr sz="1800" dirty="0"/>
          </a:p>
          <a:p>
            <a:pPr marL="742950" lvl="1" indent="-337185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s-AR" sz="1800" b="1" dirty="0">
                <a:solidFill>
                  <a:srgbClr val="C00000"/>
                </a:solidFill>
              </a:rPr>
              <a:t>de atributos </a:t>
            </a:r>
            <a:r>
              <a:rPr lang="es-AR" sz="1800" dirty="0"/>
              <a:t>(identificadores principales y alternativos, simples o compuestos, </a:t>
            </a:r>
            <a:r>
              <a:rPr lang="es-AR" sz="1800" dirty="0" err="1"/>
              <a:t>univaluados</a:t>
            </a:r>
            <a:r>
              <a:rPr lang="es-AR" sz="1800" dirty="0"/>
              <a:t>, multivaluados, opcionales, obligatorios)</a:t>
            </a:r>
            <a:endParaRPr sz="1800" dirty="0"/>
          </a:p>
          <a:p>
            <a:pPr marL="742950" lvl="1" indent="-337185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s-AR" sz="1800" b="1" dirty="0">
                <a:solidFill>
                  <a:srgbClr val="C00000"/>
                </a:solidFill>
              </a:rPr>
              <a:t>de relaciones </a:t>
            </a:r>
            <a:r>
              <a:rPr lang="es-AR" sz="1800" dirty="0"/>
              <a:t>(unarias, binarias y ternarias, con diferentes cardinalidades)</a:t>
            </a:r>
            <a:endParaRPr sz="1800" dirty="0"/>
          </a:p>
          <a:p>
            <a:pPr marL="742950" lvl="1" indent="-337185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○"/>
            </a:pPr>
            <a:r>
              <a:rPr lang="es-AR" sz="1800" dirty="0"/>
              <a:t>Reglas de transformación adicionales (</a:t>
            </a:r>
            <a:r>
              <a:rPr lang="es-AR" sz="1800" b="1" dirty="0">
                <a:solidFill>
                  <a:srgbClr val="C00000"/>
                </a:solidFill>
              </a:rPr>
              <a:t>agregaciones y jerarquías</a:t>
            </a:r>
            <a:r>
              <a:rPr lang="es-AR" sz="1800" dirty="0"/>
              <a:t>)</a:t>
            </a:r>
            <a:endParaRPr sz="1800" b="1" dirty="0">
              <a:solidFill>
                <a:srgbClr val="003366"/>
              </a:solidFill>
            </a:endParaRPr>
          </a:p>
          <a:p>
            <a:pPr marL="342900" lvl="0" indent="-228600" algn="l" rtl="0"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Arial"/>
              <a:buNone/>
            </a:pPr>
            <a:endParaRPr sz="1800" b="1" dirty="0">
              <a:solidFill>
                <a:srgbClr val="003366"/>
              </a:solidFill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323525" y="683985"/>
            <a:ext cx="8496950" cy="4160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Modelo de Datos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664" y="3545039"/>
            <a:ext cx="2001715" cy="256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952" y="4057680"/>
            <a:ext cx="4087300" cy="15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954642" y="5650161"/>
            <a:ext cx="888647" cy="375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Tahoma"/>
              <a:buNone/>
            </a:pPr>
            <a:r>
              <a:rPr lang="es-AR" sz="1400" i="1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DERExt</a:t>
            </a:r>
            <a:endParaRPr sz="1400" i="1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4474401" y="5706876"/>
            <a:ext cx="4087300" cy="445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Tahoma"/>
              <a:buNone/>
            </a:pPr>
            <a:r>
              <a:rPr lang="es-AR" sz="1400" i="1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Esquema</a:t>
            </a:r>
            <a:r>
              <a:rPr lang="es-AR" sz="1600" i="1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s-AR" sz="1400" i="1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Lógico Estándar - Relacional</a:t>
            </a:r>
            <a:endParaRPr sz="1400" i="1">
              <a:solidFill>
                <a:srgbClr val="C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3561617" y="4523032"/>
            <a:ext cx="486715" cy="234681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375" y="675860"/>
            <a:ext cx="1156390" cy="78293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9"/>
          <p:cNvSpPr txBox="1">
            <a:spLocks noGrp="1"/>
          </p:cNvSpPr>
          <p:nvPr>
            <p:ph type="body" idx="1"/>
          </p:nvPr>
        </p:nvSpPr>
        <p:spPr>
          <a:xfrm>
            <a:off x="212034" y="1458797"/>
            <a:ext cx="8699275" cy="446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</a:pPr>
            <a:r>
              <a:rPr lang="es-AR" sz="2000" b="1" dirty="0"/>
              <a:t>Lenguaje para </a:t>
            </a:r>
            <a:r>
              <a:rPr lang="es-AR" sz="2000" b="1" dirty="0">
                <a:solidFill>
                  <a:srgbClr val="003366"/>
                </a:solidFill>
              </a:rPr>
              <a:t>definición </a:t>
            </a:r>
            <a:r>
              <a:rPr lang="es-AR" sz="2000" b="1" dirty="0"/>
              <a:t>y</a:t>
            </a:r>
            <a:r>
              <a:rPr lang="es-AR" sz="2000" b="1" dirty="0">
                <a:solidFill>
                  <a:srgbClr val="3F3F3F"/>
                </a:solidFill>
              </a:rPr>
              <a:t> </a:t>
            </a:r>
            <a:r>
              <a:rPr lang="es-AR" sz="2000" b="1" dirty="0">
                <a:solidFill>
                  <a:srgbClr val="003366"/>
                </a:solidFill>
              </a:rPr>
              <a:t>manipulación </a:t>
            </a:r>
            <a:r>
              <a:rPr lang="es-AR" sz="2000" b="1" dirty="0"/>
              <a:t>de datos</a:t>
            </a:r>
            <a:endParaRPr dirty="0"/>
          </a:p>
          <a:p>
            <a:pPr marL="342900" lvl="0" indent="-1651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dirty="0"/>
              <a:t>se desarrolló inicialmente en laboratorios de investigación de IBM</a:t>
            </a:r>
            <a:endParaRPr sz="1600" dirty="0"/>
          </a:p>
          <a:p>
            <a:pPr marL="342900" lvl="0" indent="-165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600"/>
              <a:buFont typeface="Arial"/>
              <a:buChar char="•"/>
            </a:pPr>
            <a:r>
              <a:rPr lang="es-AR" sz="1600" dirty="0"/>
              <a:t>se transformó en estándar en 1986 (SQL-86) y ha tenido numerosas revisiones (SQL:1999 incorporó características relevantes: </a:t>
            </a:r>
            <a:r>
              <a:rPr lang="es-AR" sz="1600" dirty="0" err="1"/>
              <a:t>triggers</a:t>
            </a:r>
            <a:r>
              <a:rPr lang="es-AR" sz="1600" dirty="0"/>
              <a:t> y OO - otras versiones incorporaron nuevas características)</a:t>
            </a:r>
            <a:endParaRPr dirty="0"/>
          </a:p>
          <a:p>
            <a:pPr marL="0" lvl="3" indent="0" algn="l" rtl="0">
              <a:spcBef>
                <a:spcPts val="12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</a:pPr>
            <a:r>
              <a:rPr lang="es-AR" b="1" dirty="0"/>
              <a:t>Es </a:t>
            </a:r>
            <a:r>
              <a:rPr lang="es-AR" b="1" dirty="0">
                <a:solidFill>
                  <a:srgbClr val="003366"/>
                </a:solidFill>
              </a:rPr>
              <a:t>declarativo:</a:t>
            </a:r>
            <a:r>
              <a:rPr lang="es-AR" sz="2400" b="1" dirty="0">
                <a:solidFill>
                  <a:srgbClr val="003366"/>
                </a:solidFill>
              </a:rPr>
              <a:t> </a:t>
            </a:r>
            <a:r>
              <a:rPr lang="es-AR" dirty="0"/>
              <a:t>se indica </a:t>
            </a:r>
            <a:r>
              <a:rPr lang="es-AR" u="sng" dirty="0"/>
              <a:t>qué datos</a:t>
            </a:r>
            <a:r>
              <a:rPr lang="es-AR" dirty="0"/>
              <a:t> se requieren, sin especificar cómo </a:t>
            </a:r>
            <a:endParaRPr sz="2400" dirty="0"/>
          </a:p>
          <a:p>
            <a:pPr marL="355600" lvl="0" indent="-1778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AR" sz="1600" b="1" dirty="0">
                <a:solidFill>
                  <a:srgbClr val="C00000"/>
                </a:solidFill>
              </a:rPr>
              <a:t>Lenguaje de Definición de Datos (DDL): </a:t>
            </a:r>
            <a:r>
              <a:rPr lang="es-AR" sz="1600" dirty="0"/>
              <a:t>permite crear y modificar el esquema de la base, tablas, restricciones, vistas, etc.</a:t>
            </a:r>
            <a:endParaRPr sz="1400" dirty="0"/>
          </a:p>
          <a:p>
            <a:pPr marL="355600" lvl="0" indent="-1778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AR" sz="1600" b="1" dirty="0">
                <a:solidFill>
                  <a:srgbClr val="C00000"/>
                </a:solidFill>
              </a:rPr>
              <a:t>Lenguaje de Manejo de Datos (DML):</a:t>
            </a:r>
            <a:r>
              <a:rPr lang="es-AR" sz="1400" b="1" dirty="0">
                <a:solidFill>
                  <a:srgbClr val="C00000"/>
                </a:solidFill>
              </a:rPr>
              <a:t> </a:t>
            </a:r>
            <a:r>
              <a:rPr lang="es-AR" sz="1600" dirty="0"/>
              <a:t>permite consultar y actualizar datos (inserción, modificación, eliminación)</a:t>
            </a:r>
            <a:endParaRPr sz="1400" dirty="0"/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rgbClr val="003366"/>
              </a:buClr>
              <a:buSzPts val="2000"/>
              <a:buNone/>
            </a:pPr>
            <a:r>
              <a:rPr lang="es-AR" sz="2000" b="1" dirty="0"/>
              <a:t>Otras posibilidades:</a:t>
            </a:r>
            <a:endParaRPr dirty="0"/>
          </a:p>
          <a:p>
            <a:pPr marL="363538" lvl="0" indent="-18891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AR" sz="1600" dirty="0">
                <a:solidFill>
                  <a:srgbClr val="003366"/>
                </a:solidFill>
              </a:rPr>
              <a:t>SQL empotrado: </a:t>
            </a:r>
            <a:r>
              <a:rPr lang="es-AR" sz="1600" dirty="0"/>
              <a:t>Manipulación de datos empotrada desde un lenguaje anfitrión</a:t>
            </a:r>
            <a:endParaRPr dirty="0"/>
          </a:p>
          <a:p>
            <a:pPr marL="363538" lvl="0" indent="-1889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AR" sz="1600" dirty="0">
                <a:solidFill>
                  <a:srgbClr val="003366"/>
                </a:solidFill>
              </a:rPr>
              <a:t>SQL Procedural:</a:t>
            </a:r>
            <a:r>
              <a:rPr lang="es-AR" sz="1600" b="1" dirty="0">
                <a:solidFill>
                  <a:srgbClr val="003366"/>
                </a:solidFill>
              </a:rPr>
              <a:t> </a:t>
            </a:r>
            <a:r>
              <a:rPr lang="es-AR" sz="1600" dirty="0"/>
              <a:t>Lenguaje de programación para escribir PSM (</a:t>
            </a:r>
            <a:r>
              <a:rPr lang="es-AR" sz="1600" i="1" dirty="0" err="1"/>
              <a:t>Persistent</a:t>
            </a:r>
            <a:r>
              <a:rPr lang="es-AR" sz="1600" i="1" dirty="0"/>
              <a:t> </a:t>
            </a:r>
            <a:r>
              <a:rPr lang="es-AR" sz="1600" i="1" dirty="0" err="1"/>
              <a:t>Stored</a:t>
            </a:r>
            <a:r>
              <a:rPr lang="es-AR" sz="1600" i="1" dirty="0"/>
              <a:t> Modules</a:t>
            </a:r>
            <a:r>
              <a:rPr lang="es-AR" sz="1600" dirty="0"/>
              <a:t>): </a:t>
            </a:r>
            <a:r>
              <a:rPr lang="es-AR" sz="1600" dirty="0" err="1"/>
              <a:t>Triggers</a:t>
            </a:r>
            <a:r>
              <a:rPr lang="es-AR" sz="1600" dirty="0"/>
              <a:t>, Funciones y </a:t>
            </a:r>
            <a:r>
              <a:rPr lang="es-AR" sz="1600" dirty="0" err="1"/>
              <a:t>Stored</a:t>
            </a:r>
            <a:r>
              <a:rPr lang="es-AR" sz="1600" dirty="0"/>
              <a:t> </a:t>
            </a:r>
            <a:r>
              <a:rPr lang="es-AR" sz="1600" dirty="0" err="1"/>
              <a:t>Procedures</a:t>
            </a:r>
            <a:endParaRPr sz="1600" dirty="0"/>
          </a:p>
          <a:p>
            <a:pPr marL="363538" lvl="0" indent="-1889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AR" sz="1600" dirty="0">
                <a:solidFill>
                  <a:srgbClr val="003366"/>
                </a:solidFill>
              </a:rPr>
              <a:t>Lenguajes de 4° Generación (4GL): </a:t>
            </a:r>
            <a:r>
              <a:rPr lang="es-AR" sz="1600" dirty="0"/>
              <a:t>Generadores de formularios, informes, gráficos</a:t>
            </a:r>
            <a:endParaRPr dirty="0"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SzPts val="800"/>
              <a:buNone/>
            </a:pPr>
            <a:endParaRPr sz="1600" b="1" dirty="0">
              <a:solidFill>
                <a:srgbClr val="3F3F3F"/>
              </a:solidFill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1370013" y="301625"/>
            <a:ext cx="7313612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 b="1" i="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246" name="Google Shape;246;p29"/>
          <p:cNvSpPr/>
          <p:nvPr/>
        </p:nvSpPr>
        <p:spPr>
          <a:xfrm>
            <a:off x="1969502" y="874022"/>
            <a:ext cx="6941808" cy="48173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AR" sz="3200" b="1" dirty="0" err="1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Structured</a:t>
            </a: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 </a:t>
            </a:r>
            <a:r>
              <a:rPr lang="es-AR" sz="3200" b="1" dirty="0" err="1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Query</a:t>
            </a: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 </a:t>
            </a:r>
            <a:r>
              <a:rPr lang="es-AR" sz="3200" b="1" dirty="0" err="1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Language</a:t>
            </a:r>
            <a:r>
              <a:rPr lang="es-AR" sz="3200" b="1" dirty="0">
                <a:solidFill>
                  <a:schemeClr val="bg1"/>
                </a:solidFill>
                <a:latin typeface="+mj-lt"/>
                <a:ea typeface="Tahoma"/>
                <a:cs typeface="Tahoma"/>
                <a:sym typeface="Tahoma"/>
              </a:rPr>
              <a:t> (SQL)</a:t>
            </a:r>
            <a:endParaRPr sz="3200" b="1" dirty="0">
              <a:solidFill>
                <a:schemeClr val="bg1"/>
              </a:solidFill>
              <a:latin typeface="+mj-lt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body" idx="1"/>
          </p:nvPr>
        </p:nvSpPr>
        <p:spPr>
          <a:xfrm>
            <a:off x="308850" y="1461654"/>
            <a:ext cx="8432850" cy="42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Char char="•"/>
            </a:pPr>
            <a:r>
              <a:rPr lang="es-AR" sz="2200" dirty="0"/>
              <a:t>El esquema de base de datos se completa con la definición de los dominios de cada uno de los atributos </a:t>
            </a:r>
            <a:endParaRPr sz="22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Char char="•"/>
            </a:pPr>
            <a:r>
              <a:rPr lang="es-AR" sz="2200" b="0" i="0" u="none" strike="noStrike" cap="none" dirty="0">
                <a:solidFill>
                  <a:schemeClr val="dk1"/>
                </a:solidFill>
              </a:rPr>
              <a:t>PostgreSQL incluye un conjunto </a:t>
            </a:r>
            <a:r>
              <a:rPr lang="es-AR" sz="2200" i="0" u="none" strike="noStrike" cap="none" dirty="0">
                <a:solidFill>
                  <a:schemeClr val="dk1"/>
                </a:solidFill>
              </a:rPr>
              <a:t>considerable</a:t>
            </a:r>
            <a:r>
              <a:rPr lang="es-AR" sz="2200" b="0" i="0" u="none" strike="noStrike" cap="none" dirty="0">
                <a:solidFill>
                  <a:schemeClr val="dk1"/>
                </a:solidFill>
              </a:rPr>
              <a:t> de </a:t>
            </a:r>
            <a:r>
              <a:rPr lang="es-AR" sz="2200" b="1" i="1" u="none" strike="noStrike" cap="none" dirty="0">
                <a:solidFill>
                  <a:schemeClr val="dk1"/>
                </a:solidFill>
              </a:rPr>
              <a:t>tipos de datos básicos</a:t>
            </a:r>
            <a:r>
              <a:rPr lang="es-AR" sz="2200" b="0" i="0" u="none" strike="noStrike" cap="none" dirty="0">
                <a:solidFill>
                  <a:schemeClr val="dk1"/>
                </a:solidFill>
              </a:rPr>
              <a:t> que se adapt</a:t>
            </a:r>
            <a:r>
              <a:rPr lang="es-AR" sz="2200" dirty="0"/>
              <a:t>a</a:t>
            </a:r>
            <a:r>
              <a:rPr lang="es-AR" sz="2200" b="0" i="0" u="none" strike="noStrike" cap="none" dirty="0">
                <a:solidFill>
                  <a:schemeClr val="dk1"/>
                </a:solidFill>
              </a:rPr>
              <a:t>n a muchas aplicaciones</a:t>
            </a:r>
            <a:endParaRPr sz="22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Char char="•"/>
            </a:pPr>
            <a:r>
              <a:rPr lang="es-AR" sz="2200" b="0" i="0" u="none" strike="noStrike" cap="none" dirty="0">
                <a:solidFill>
                  <a:schemeClr val="dk1"/>
                </a:solidFill>
              </a:rPr>
              <a:t>Algunos de los tipos de datos más utilizados son: </a:t>
            </a:r>
            <a:endParaRPr dirty="0"/>
          </a:p>
          <a:p>
            <a:pPr marL="8001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lang="es-AR" sz="2000" b="1" u="none" strike="noStrike" cap="none" dirty="0" err="1">
                <a:solidFill>
                  <a:srgbClr val="002060"/>
                </a:solidFill>
              </a:rPr>
              <a:t>integer</a:t>
            </a:r>
            <a:r>
              <a:rPr lang="es-AR" sz="2000" b="0" i="0" u="none" strike="noStrike" cap="none" dirty="0">
                <a:solidFill>
                  <a:srgbClr val="002060"/>
                </a:solidFill>
              </a:rPr>
              <a:t> </a:t>
            </a:r>
            <a:r>
              <a:rPr lang="es-AR" sz="2000" b="0" i="0" u="none" strike="noStrike" cap="none" dirty="0">
                <a:solidFill>
                  <a:schemeClr val="dk1"/>
                </a:solidFill>
              </a:rPr>
              <a:t>para números enteros</a:t>
            </a:r>
            <a:endParaRPr dirty="0"/>
          </a:p>
          <a:p>
            <a:pPr marL="8001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lang="es-AR" sz="2000" b="1" dirty="0" err="1">
                <a:solidFill>
                  <a:srgbClr val="002060"/>
                </a:solidFill>
              </a:rPr>
              <a:t>numeric</a:t>
            </a:r>
            <a:r>
              <a:rPr lang="es-AR" sz="20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s-AR" sz="2000" b="0" i="0" u="none" strike="noStrike" cap="none" dirty="0">
                <a:solidFill>
                  <a:schemeClr val="dk1"/>
                </a:solidFill>
              </a:rPr>
              <a:t>para los números decimales</a:t>
            </a:r>
            <a:endParaRPr dirty="0"/>
          </a:p>
          <a:p>
            <a:pPr marL="8001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lang="es-AR" sz="2000" b="1" dirty="0" err="1">
                <a:solidFill>
                  <a:srgbClr val="002060"/>
                </a:solidFill>
              </a:rPr>
              <a:t>char</a:t>
            </a:r>
            <a:r>
              <a:rPr lang="es-AR" sz="2000" dirty="0"/>
              <a:t>/</a:t>
            </a:r>
            <a:r>
              <a:rPr lang="es-AR" sz="2000" b="1" dirty="0" err="1">
                <a:solidFill>
                  <a:srgbClr val="002060"/>
                </a:solidFill>
              </a:rPr>
              <a:t>varchar</a:t>
            </a:r>
            <a:r>
              <a:rPr lang="es-AR" sz="20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s-AR" sz="2000" b="0" i="0" u="none" strike="noStrike" cap="none" dirty="0">
                <a:solidFill>
                  <a:schemeClr val="dk1"/>
                </a:solidFill>
              </a:rPr>
              <a:t>para cadenas de caracteres de longitud fija /variable </a:t>
            </a:r>
            <a:endParaRPr dirty="0"/>
          </a:p>
          <a:p>
            <a:pPr marL="8001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lang="es-AR" sz="2000" b="1" dirty="0">
                <a:solidFill>
                  <a:srgbClr val="002060"/>
                </a:solidFill>
              </a:rPr>
              <a:t>date</a:t>
            </a:r>
            <a:r>
              <a:rPr lang="es-AR" sz="2000" b="0" i="0" u="none" strike="noStrike" cap="none" dirty="0">
                <a:solidFill>
                  <a:schemeClr val="dk1"/>
                </a:solidFill>
              </a:rPr>
              <a:t> para fechas, </a:t>
            </a:r>
            <a:r>
              <a:rPr lang="es-AR" sz="2000" b="1" dirty="0">
                <a:solidFill>
                  <a:srgbClr val="002060"/>
                </a:solidFill>
              </a:rPr>
              <a:t>time</a:t>
            </a:r>
            <a:r>
              <a:rPr lang="es-AR" sz="2000" b="0" i="0" u="none" strike="noStrike" cap="none" dirty="0">
                <a:solidFill>
                  <a:schemeClr val="dk2"/>
                </a:solidFill>
              </a:rPr>
              <a:t> </a:t>
            </a:r>
            <a:r>
              <a:rPr lang="es-AR" sz="2000" b="0" i="0" u="none" strike="noStrike" cap="none" dirty="0">
                <a:solidFill>
                  <a:schemeClr val="dk1"/>
                </a:solidFill>
              </a:rPr>
              <a:t>para horas del día</a:t>
            </a:r>
            <a:r>
              <a:rPr lang="es-AR" sz="2000" dirty="0">
                <a:solidFill>
                  <a:schemeClr val="dk1"/>
                </a:solidFill>
              </a:rPr>
              <a:t>…</a:t>
            </a:r>
            <a:endParaRPr dirty="0"/>
          </a:p>
        </p:txBody>
      </p:sp>
      <p:sp>
        <p:nvSpPr>
          <p:cNvPr id="272" name="Google Shape;272;p32"/>
          <p:cNvSpPr txBox="1"/>
          <p:nvPr/>
        </p:nvSpPr>
        <p:spPr>
          <a:xfrm>
            <a:off x="308850" y="837834"/>
            <a:ext cx="8526300" cy="4464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defPPr>
              <a:defRPr lang="es-AR"/>
            </a:defPPr>
            <a:lvl1pPr algn="ctr">
              <a:lnSpc>
                <a:spcPct val="90000"/>
              </a:lnSpc>
              <a:defRPr sz="3200" b="1">
                <a:solidFill>
                  <a:schemeClr val="bg1"/>
                </a:solidFill>
                <a:latin typeface="+mj-lt"/>
                <a:ea typeface="Tahoma"/>
                <a:cs typeface="Tahoma"/>
              </a:defRPr>
            </a:lvl1pPr>
          </a:lstStyle>
          <a:p>
            <a:r>
              <a:rPr lang="es-AR" dirty="0">
                <a:sym typeface="Tahoma"/>
              </a:rPr>
              <a:t>Tipos de Datos</a:t>
            </a:r>
            <a:endParaRPr dirty="0">
              <a:sym typeface="Tahoma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141742" y="5175646"/>
            <a:ext cx="2924649" cy="727470"/>
          </a:xfrm>
        </p:spPr>
        <p:txBody>
          <a:bodyPr>
            <a:noAutofit/>
          </a:bodyPr>
          <a:lstStyle/>
          <a:p>
            <a:r>
              <a:rPr lang="es-AR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615" y="941790"/>
            <a:ext cx="5384799" cy="4038600"/>
          </a:xfrm>
        </p:spPr>
      </p:pic>
    </p:spTree>
    <p:extLst>
      <p:ext uri="{BB962C8B-B14F-4D97-AF65-F5344CB8AC3E}">
        <p14:creationId xmlns:p14="http://schemas.microsoft.com/office/powerpoint/2010/main" val="1297196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1691</Words>
  <Application>Microsoft Office PowerPoint</Application>
  <PresentationFormat>Presentación en pantalla (4:3)</PresentationFormat>
  <Paragraphs>186</Paragraphs>
  <Slides>22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Tahoma</vt:lpstr>
      <vt:lpstr>Verdana</vt:lpstr>
      <vt:lpstr>Tema de Office</vt:lpstr>
      <vt:lpstr>Presentación de PowerPoint</vt:lpstr>
      <vt:lpstr>Presentación de PowerPoint</vt:lpstr>
      <vt:lpstr>Presentación de PowerPoint</vt:lpstr>
      <vt:lpstr>Porque surgen las Bases de Datos</vt:lpstr>
      <vt:lpstr>Presentación de PowerPoint</vt:lpstr>
      <vt:lpstr>Ejemplo</vt:lpstr>
      <vt:lpstr>Problemas con Sistemas de Archivos</vt:lpstr>
      <vt:lpstr>Características de las Base de Datos</vt:lpstr>
      <vt:lpstr>Presentación de PowerPoint</vt:lpstr>
      <vt:lpstr>Introducción a los Sistemas de Bases de Datos</vt:lpstr>
      <vt:lpstr>Presentación de PowerPoint</vt:lpstr>
      <vt:lpstr>Presentación de PowerPoint</vt:lpstr>
      <vt:lpstr>Presentación de PowerPoint</vt:lpstr>
      <vt:lpstr>¿Cuándo usamos una Base de Datos?</vt:lpstr>
      <vt:lpstr>Tipos de Bases de Datos</vt:lpstr>
      <vt:lpstr>Ciclo de Vida de una Base de Datos</vt:lpstr>
      <vt:lpstr>Usuarios de Bases de Datos</vt:lpstr>
      <vt:lpstr>Usuarios de Bases de Datos</vt:lpstr>
      <vt:lpstr>Presentación de PowerPoint</vt:lpstr>
      <vt:lpstr>Presentación de PowerPoint</vt:lpstr>
      <vt:lpstr>Presentación de PowerPoint</vt:lpstr>
      <vt:lpstr>FIN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patricia</dc:creator>
  <cp:lastModifiedBy>LENOVO NB</cp:lastModifiedBy>
  <cp:revision>13</cp:revision>
  <dcterms:created xsi:type="dcterms:W3CDTF">2023-02-21T03:40:48Z</dcterms:created>
  <dcterms:modified xsi:type="dcterms:W3CDTF">2026-03-09T19:46:55Z</dcterms:modified>
</cp:coreProperties>
</file>