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60" r:id="rId4"/>
    <p:sldId id="262" r:id="rId5"/>
    <p:sldId id="263" r:id="rId6"/>
    <p:sldId id="265" r:id="rId7"/>
    <p:sldId id="272" r:id="rId8"/>
    <p:sldId id="274" r:id="rId9"/>
    <p:sldId id="276" r:id="rId10"/>
    <p:sldId id="278" r:id="rId11"/>
    <p:sldId id="280" r:id="rId12"/>
    <p:sldId id="284" r:id="rId13"/>
    <p:sldId id="286" r:id="rId14"/>
    <p:sldId id="289" r:id="rId15"/>
    <p:sldId id="299" r:id="rId16"/>
    <p:sldId id="301" r:id="rId17"/>
    <p:sldId id="303" r:id="rId18"/>
    <p:sldId id="305" r:id="rId19"/>
    <p:sldId id="326" r:id="rId20"/>
  </p:sldIdLst>
  <p:sldSz cx="8928100" cy="6696075"/>
  <p:notesSz cx="6858000" cy="9144000"/>
  <p:embeddedFontLst>
    <p:embeddedFont>
      <p:font typeface="Tahoma" panose="020B0604030504040204" pitchFamily="34" charset="0"/>
      <p:regular r:id="rId22"/>
      <p:bold r:id="rId23"/>
    </p:embeddedFont>
    <p:embeddedFont>
      <p:font typeface="Calibri" panose="020F0502020204030204" pitchFamily="34" charset="0"/>
      <p:regular r:id="rId24"/>
      <p:bold r:id="rId25"/>
      <p:italic r:id="rId26"/>
      <p:boldItalic r:id="rId27"/>
    </p:embeddedFont>
    <p:embeddedFont>
      <p:font typeface="Comic Sans MS" panose="030F0702030302020204" pitchFamily="66"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1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1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1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1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1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1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1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1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15"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10" userDrawn="1">
          <p15:clr>
            <a:srgbClr val="A4A3A4"/>
          </p15:clr>
        </p15:guide>
        <p15:guide id="2" pos="281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9" roundtripDataSignature="AMtx7mjTRkWTm/H1pDp+XJhcLI21doy5+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1410" y="72"/>
      </p:cViewPr>
      <p:guideLst>
        <p:guide orient="horz" pos="2110"/>
        <p:guide pos="2812"/>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80"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79"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6200"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6800"/>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‹Nº›</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874310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1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1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1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1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1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1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1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1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15"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 name="Google Shape;87;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4647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3" name="Google Shape;9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75228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6" name="Google Shape;11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3444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6" name="Google Shape;13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45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4" name="Google Shape;144;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1634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0" name="Google Shape;16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6819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7" name="Google Shape;217;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9510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3" name="Google Shape;233;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27809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1" name="Google Shape;351;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25852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9" name="Google Shape;369;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0912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2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5" name="Google Shape;385;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8799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2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9" name="Google Shape;419;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4632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3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5" name="Google Shape;435;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28478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3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9" name="Google Shape;459;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09794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4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50" name="Google Shape;550;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47231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4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67" name="Google Shape;567;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54057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4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85" name="Google Shape;585;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5942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5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03" name="Google Shape;603;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02758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p7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72" name="Google Shape;772;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40783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73"/>
          <p:cNvSpPr txBox="1">
            <a:spLocks noGrp="1"/>
          </p:cNvSpPr>
          <p:nvPr>
            <p:ph type="ctrTitle"/>
          </p:nvPr>
        </p:nvSpPr>
        <p:spPr>
          <a:xfrm>
            <a:off x="669609" y="1095866"/>
            <a:ext cx="7588884" cy="2331226"/>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257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3"/>
          <p:cNvSpPr txBox="1">
            <a:spLocks noGrp="1"/>
          </p:cNvSpPr>
          <p:nvPr>
            <p:ph type="subTitle" idx="1"/>
          </p:nvPr>
        </p:nvSpPr>
        <p:spPr>
          <a:xfrm>
            <a:off x="1116013" y="3516991"/>
            <a:ext cx="6696076" cy="161666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430"/>
              </a:spcBef>
              <a:spcAft>
                <a:spcPts val="0"/>
              </a:spcAft>
              <a:buClr>
                <a:schemeClr val="dk1"/>
              </a:buClr>
              <a:buSzPts val="2400"/>
              <a:buNone/>
              <a:defRPr sz="1030"/>
            </a:lvl1pPr>
            <a:lvl2pPr lvl="1" algn="ctr">
              <a:lnSpc>
                <a:spcPct val="90000"/>
              </a:lnSpc>
              <a:spcBef>
                <a:spcPts val="214"/>
              </a:spcBef>
              <a:spcAft>
                <a:spcPts val="0"/>
              </a:spcAft>
              <a:buClr>
                <a:schemeClr val="dk1"/>
              </a:buClr>
              <a:buSzPts val="2000"/>
              <a:buNone/>
              <a:defRPr sz="858"/>
            </a:lvl2pPr>
            <a:lvl3pPr lvl="2" algn="ctr">
              <a:lnSpc>
                <a:spcPct val="90000"/>
              </a:lnSpc>
              <a:spcBef>
                <a:spcPts val="214"/>
              </a:spcBef>
              <a:spcAft>
                <a:spcPts val="0"/>
              </a:spcAft>
              <a:buClr>
                <a:schemeClr val="dk1"/>
              </a:buClr>
              <a:buSzPts val="1800"/>
              <a:buNone/>
              <a:defRPr sz="772"/>
            </a:lvl3pPr>
            <a:lvl4pPr lvl="3" algn="ctr">
              <a:lnSpc>
                <a:spcPct val="90000"/>
              </a:lnSpc>
              <a:spcBef>
                <a:spcPts val="214"/>
              </a:spcBef>
              <a:spcAft>
                <a:spcPts val="0"/>
              </a:spcAft>
              <a:buClr>
                <a:schemeClr val="dk1"/>
              </a:buClr>
              <a:buSzPts val="1600"/>
              <a:buNone/>
              <a:defRPr sz="686"/>
            </a:lvl4pPr>
            <a:lvl5pPr lvl="4" algn="ctr">
              <a:lnSpc>
                <a:spcPct val="90000"/>
              </a:lnSpc>
              <a:spcBef>
                <a:spcPts val="214"/>
              </a:spcBef>
              <a:spcAft>
                <a:spcPts val="0"/>
              </a:spcAft>
              <a:buClr>
                <a:schemeClr val="dk1"/>
              </a:buClr>
              <a:buSzPts val="1600"/>
              <a:buNone/>
              <a:defRPr sz="686"/>
            </a:lvl5pPr>
            <a:lvl6pPr lvl="5" algn="ctr">
              <a:lnSpc>
                <a:spcPct val="90000"/>
              </a:lnSpc>
              <a:spcBef>
                <a:spcPts val="214"/>
              </a:spcBef>
              <a:spcAft>
                <a:spcPts val="0"/>
              </a:spcAft>
              <a:buClr>
                <a:schemeClr val="dk1"/>
              </a:buClr>
              <a:buSzPts val="1600"/>
              <a:buNone/>
              <a:defRPr sz="686"/>
            </a:lvl6pPr>
            <a:lvl7pPr lvl="6" algn="ctr">
              <a:lnSpc>
                <a:spcPct val="90000"/>
              </a:lnSpc>
              <a:spcBef>
                <a:spcPts val="214"/>
              </a:spcBef>
              <a:spcAft>
                <a:spcPts val="0"/>
              </a:spcAft>
              <a:buClr>
                <a:schemeClr val="dk1"/>
              </a:buClr>
              <a:buSzPts val="1600"/>
              <a:buNone/>
              <a:defRPr sz="686"/>
            </a:lvl7pPr>
            <a:lvl8pPr lvl="7" algn="ctr">
              <a:lnSpc>
                <a:spcPct val="90000"/>
              </a:lnSpc>
              <a:spcBef>
                <a:spcPts val="214"/>
              </a:spcBef>
              <a:spcAft>
                <a:spcPts val="0"/>
              </a:spcAft>
              <a:buClr>
                <a:schemeClr val="dk1"/>
              </a:buClr>
              <a:buSzPts val="1600"/>
              <a:buNone/>
              <a:defRPr sz="686"/>
            </a:lvl8pPr>
            <a:lvl9pPr lvl="8" algn="ctr">
              <a:lnSpc>
                <a:spcPct val="90000"/>
              </a:lnSpc>
              <a:spcBef>
                <a:spcPts val="214"/>
              </a:spcBef>
              <a:spcAft>
                <a:spcPts val="0"/>
              </a:spcAft>
              <a:buClr>
                <a:schemeClr val="dk1"/>
              </a:buClr>
              <a:buSzPts val="1600"/>
              <a:buNone/>
              <a:defRPr sz="686"/>
            </a:lvl9pPr>
          </a:lstStyle>
          <a:p>
            <a:endParaRPr/>
          </a:p>
        </p:txBody>
      </p:sp>
      <p:sp>
        <p:nvSpPr>
          <p:cNvPr id="18" name="Google Shape;18;p73"/>
          <p:cNvSpPr txBox="1">
            <a:spLocks noGrp="1"/>
          </p:cNvSpPr>
          <p:nvPr>
            <p:ph type="dt" idx="10"/>
          </p:nvPr>
        </p:nvSpPr>
        <p:spPr>
          <a:xfrm>
            <a:off x="613809" y="6206277"/>
            <a:ext cx="2008822" cy="3565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3"/>
          <p:cNvSpPr txBox="1">
            <a:spLocks noGrp="1"/>
          </p:cNvSpPr>
          <p:nvPr>
            <p:ph type="ftr" idx="11"/>
          </p:nvPr>
        </p:nvSpPr>
        <p:spPr>
          <a:xfrm>
            <a:off x="2957435" y="6206277"/>
            <a:ext cx="3013234" cy="3565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3"/>
          <p:cNvSpPr txBox="1">
            <a:spLocks noGrp="1"/>
          </p:cNvSpPr>
          <p:nvPr>
            <p:ph type="sldNum" idx="12"/>
          </p:nvPr>
        </p:nvSpPr>
        <p:spPr>
          <a:xfrm>
            <a:off x="6305473" y="6206277"/>
            <a:ext cx="2008822" cy="356503"/>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fld id="{00000000-1234-1234-1234-123412341234}"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21"/>
        <p:cNvGrpSpPr/>
        <p:nvPr/>
      </p:nvGrpSpPr>
      <p:grpSpPr>
        <a:xfrm>
          <a:off x="0" y="0"/>
          <a:ext cx="0" cy="0"/>
          <a:chOff x="0" y="0"/>
          <a:chExt cx="0" cy="0"/>
        </a:xfrm>
      </p:grpSpPr>
      <p:sp>
        <p:nvSpPr>
          <p:cNvPr id="22" name="Google Shape;22;p74"/>
          <p:cNvSpPr txBox="1">
            <a:spLocks noGrp="1"/>
          </p:cNvSpPr>
          <p:nvPr>
            <p:ph type="title"/>
          </p:nvPr>
        </p:nvSpPr>
        <p:spPr>
          <a:xfrm>
            <a:off x="614970" y="446408"/>
            <a:ext cx="2879545" cy="156241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137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74"/>
          <p:cNvSpPr txBox="1">
            <a:spLocks noGrp="1"/>
          </p:cNvSpPr>
          <p:nvPr>
            <p:ph type="body" idx="1"/>
          </p:nvPr>
        </p:nvSpPr>
        <p:spPr>
          <a:xfrm>
            <a:off x="3795606" y="964119"/>
            <a:ext cx="4519850" cy="4758554"/>
          </a:xfrm>
          <a:prstGeom prst="rect">
            <a:avLst/>
          </a:prstGeom>
          <a:noFill/>
          <a:ln>
            <a:noFill/>
          </a:ln>
        </p:spPr>
        <p:txBody>
          <a:bodyPr spcFirstLastPara="1" wrap="square" lIns="91425" tIns="45700" rIns="91425" bIns="45700" anchor="t" anchorCtr="0">
            <a:normAutofit/>
          </a:bodyPr>
          <a:lstStyle>
            <a:lvl1pPr marL="196118" lvl="0" indent="-185224" algn="l">
              <a:lnSpc>
                <a:spcPct val="90000"/>
              </a:lnSpc>
              <a:spcBef>
                <a:spcPts val="430"/>
              </a:spcBef>
              <a:spcAft>
                <a:spcPts val="0"/>
              </a:spcAft>
              <a:buClr>
                <a:schemeClr val="dk1"/>
              </a:buClr>
              <a:buSzPts val="3200"/>
              <a:buChar char="•"/>
              <a:defRPr sz="1373"/>
            </a:lvl1pPr>
            <a:lvl2pPr marL="392237" lvl="1" indent="-174327" algn="l">
              <a:lnSpc>
                <a:spcPct val="90000"/>
              </a:lnSpc>
              <a:spcBef>
                <a:spcPts val="214"/>
              </a:spcBef>
              <a:spcAft>
                <a:spcPts val="0"/>
              </a:spcAft>
              <a:buClr>
                <a:schemeClr val="dk1"/>
              </a:buClr>
              <a:buSzPts val="2800"/>
              <a:buChar char="•"/>
              <a:defRPr sz="1201"/>
            </a:lvl2pPr>
            <a:lvl3pPr marL="588354" lvl="2" indent="-163432" algn="l">
              <a:lnSpc>
                <a:spcPct val="90000"/>
              </a:lnSpc>
              <a:spcBef>
                <a:spcPts val="214"/>
              </a:spcBef>
              <a:spcAft>
                <a:spcPts val="0"/>
              </a:spcAft>
              <a:buClr>
                <a:schemeClr val="dk1"/>
              </a:buClr>
              <a:buSzPts val="2400"/>
              <a:buChar char="•"/>
              <a:defRPr sz="1030"/>
            </a:lvl3pPr>
            <a:lvl4pPr marL="784472" lvl="3" indent="-152537" algn="l">
              <a:lnSpc>
                <a:spcPct val="90000"/>
              </a:lnSpc>
              <a:spcBef>
                <a:spcPts val="214"/>
              </a:spcBef>
              <a:spcAft>
                <a:spcPts val="0"/>
              </a:spcAft>
              <a:buClr>
                <a:schemeClr val="dk1"/>
              </a:buClr>
              <a:buSzPts val="2000"/>
              <a:buChar char="•"/>
              <a:defRPr sz="858"/>
            </a:lvl4pPr>
            <a:lvl5pPr marL="980590" lvl="4" indent="-152537" algn="l">
              <a:lnSpc>
                <a:spcPct val="90000"/>
              </a:lnSpc>
              <a:spcBef>
                <a:spcPts val="214"/>
              </a:spcBef>
              <a:spcAft>
                <a:spcPts val="0"/>
              </a:spcAft>
              <a:buClr>
                <a:schemeClr val="dk1"/>
              </a:buClr>
              <a:buSzPts val="2000"/>
              <a:buChar char="•"/>
              <a:defRPr sz="858"/>
            </a:lvl5pPr>
            <a:lvl6pPr marL="1176709" lvl="5" indent="-152537" algn="l">
              <a:lnSpc>
                <a:spcPct val="90000"/>
              </a:lnSpc>
              <a:spcBef>
                <a:spcPts val="214"/>
              </a:spcBef>
              <a:spcAft>
                <a:spcPts val="0"/>
              </a:spcAft>
              <a:buClr>
                <a:schemeClr val="dk1"/>
              </a:buClr>
              <a:buSzPts val="2000"/>
              <a:buChar char="•"/>
              <a:defRPr sz="858"/>
            </a:lvl6pPr>
            <a:lvl7pPr marL="1372827" lvl="6" indent="-152537" algn="l">
              <a:lnSpc>
                <a:spcPct val="90000"/>
              </a:lnSpc>
              <a:spcBef>
                <a:spcPts val="214"/>
              </a:spcBef>
              <a:spcAft>
                <a:spcPts val="0"/>
              </a:spcAft>
              <a:buClr>
                <a:schemeClr val="dk1"/>
              </a:buClr>
              <a:buSzPts val="2000"/>
              <a:buChar char="•"/>
              <a:defRPr sz="858"/>
            </a:lvl7pPr>
            <a:lvl8pPr marL="1568945" lvl="7" indent="-152537" algn="l">
              <a:lnSpc>
                <a:spcPct val="90000"/>
              </a:lnSpc>
              <a:spcBef>
                <a:spcPts val="214"/>
              </a:spcBef>
              <a:spcAft>
                <a:spcPts val="0"/>
              </a:spcAft>
              <a:buClr>
                <a:schemeClr val="dk1"/>
              </a:buClr>
              <a:buSzPts val="2000"/>
              <a:buChar char="•"/>
              <a:defRPr sz="858"/>
            </a:lvl8pPr>
            <a:lvl9pPr marL="1765063" lvl="8" indent="-152537" algn="l">
              <a:lnSpc>
                <a:spcPct val="90000"/>
              </a:lnSpc>
              <a:spcBef>
                <a:spcPts val="214"/>
              </a:spcBef>
              <a:spcAft>
                <a:spcPts val="0"/>
              </a:spcAft>
              <a:buClr>
                <a:schemeClr val="dk1"/>
              </a:buClr>
              <a:buSzPts val="2000"/>
              <a:buChar char="•"/>
              <a:defRPr sz="858"/>
            </a:lvl9pPr>
          </a:lstStyle>
          <a:p>
            <a:endParaRPr/>
          </a:p>
        </p:txBody>
      </p:sp>
      <p:sp>
        <p:nvSpPr>
          <p:cNvPr id="24" name="Google Shape;24;p74"/>
          <p:cNvSpPr txBox="1">
            <a:spLocks noGrp="1"/>
          </p:cNvSpPr>
          <p:nvPr>
            <p:ph type="body" idx="2"/>
          </p:nvPr>
        </p:nvSpPr>
        <p:spPr>
          <a:xfrm>
            <a:off x="614970" y="2008822"/>
            <a:ext cx="2879545" cy="3721592"/>
          </a:xfrm>
          <a:prstGeom prst="rect">
            <a:avLst/>
          </a:prstGeom>
          <a:noFill/>
          <a:ln>
            <a:noFill/>
          </a:ln>
        </p:spPr>
        <p:txBody>
          <a:bodyPr spcFirstLastPara="1" wrap="square" lIns="91425" tIns="45700" rIns="91425" bIns="45700" anchor="t" anchorCtr="0">
            <a:normAutofit/>
          </a:bodyPr>
          <a:lstStyle>
            <a:lvl1pPr marL="196118" lvl="0" indent="-98060" algn="l">
              <a:lnSpc>
                <a:spcPct val="90000"/>
              </a:lnSpc>
              <a:spcBef>
                <a:spcPts val="430"/>
              </a:spcBef>
              <a:spcAft>
                <a:spcPts val="0"/>
              </a:spcAft>
              <a:buClr>
                <a:schemeClr val="dk1"/>
              </a:buClr>
              <a:buSzPts val="1600"/>
              <a:buNone/>
              <a:defRPr sz="686"/>
            </a:lvl1pPr>
            <a:lvl2pPr marL="392237" lvl="1" indent="-98060" algn="l">
              <a:lnSpc>
                <a:spcPct val="90000"/>
              </a:lnSpc>
              <a:spcBef>
                <a:spcPts val="214"/>
              </a:spcBef>
              <a:spcAft>
                <a:spcPts val="0"/>
              </a:spcAft>
              <a:buClr>
                <a:schemeClr val="dk1"/>
              </a:buClr>
              <a:buSzPts val="1400"/>
              <a:buNone/>
              <a:defRPr sz="601"/>
            </a:lvl2pPr>
            <a:lvl3pPr marL="588354" lvl="2" indent="-98060" algn="l">
              <a:lnSpc>
                <a:spcPct val="90000"/>
              </a:lnSpc>
              <a:spcBef>
                <a:spcPts val="214"/>
              </a:spcBef>
              <a:spcAft>
                <a:spcPts val="0"/>
              </a:spcAft>
              <a:buClr>
                <a:schemeClr val="dk1"/>
              </a:buClr>
              <a:buSzPts val="1200"/>
              <a:buNone/>
              <a:defRPr sz="514"/>
            </a:lvl3pPr>
            <a:lvl4pPr marL="784472" lvl="3" indent="-98060" algn="l">
              <a:lnSpc>
                <a:spcPct val="90000"/>
              </a:lnSpc>
              <a:spcBef>
                <a:spcPts val="214"/>
              </a:spcBef>
              <a:spcAft>
                <a:spcPts val="0"/>
              </a:spcAft>
              <a:buClr>
                <a:schemeClr val="dk1"/>
              </a:buClr>
              <a:buSzPts val="1000"/>
              <a:buNone/>
              <a:defRPr sz="430"/>
            </a:lvl4pPr>
            <a:lvl5pPr marL="980590" lvl="4" indent="-98060" algn="l">
              <a:lnSpc>
                <a:spcPct val="90000"/>
              </a:lnSpc>
              <a:spcBef>
                <a:spcPts val="214"/>
              </a:spcBef>
              <a:spcAft>
                <a:spcPts val="0"/>
              </a:spcAft>
              <a:buClr>
                <a:schemeClr val="dk1"/>
              </a:buClr>
              <a:buSzPts val="1000"/>
              <a:buNone/>
              <a:defRPr sz="430"/>
            </a:lvl5pPr>
            <a:lvl6pPr marL="1176709" lvl="5" indent="-98060" algn="l">
              <a:lnSpc>
                <a:spcPct val="90000"/>
              </a:lnSpc>
              <a:spcBef>
                <a:spcPts val="214"/>
              </a:spcBef>
              <a:spcAft>
                <a:spcPts val="0"/>
              </a:spcAft>
              <a:buClr>
                <a:schemeClr val="dk1"/>
              </a:buClr>
              <a:buSzPts val="1000"/>
              <a:buNone/>
              <a:defRPr sz="430"/>
            </a:lvl6pPr>
            <a:lvl7pPr marL="1372827" lvl="6" indent="-98060" algn="l">
              <a:lnSpc>
                <a:spcPct val="90000"/>
              </a:lnSpc>
              <a:spcBef>
                <a:spcPts val="214"/>
              </a:spcBef>
              <a:spcAft>
                <a:spcPts val="0"/>
              </a:spcAft>
              <a:buClr>
                <a:schemeClr val="dk1"/>
              </a:buClr>
              <a:buSzPts val="1000"/>
              <a:buNone/>
              <a:defRPr sz="430"/>
            </a:lvl7pPr>
            <a:lvl8pPr marL="1568945" lvl="7" indent="-98060" algn="l">
              <a:lnSpc>
                <a:spcPct val="90000"/>
              </a:lnSpc>
              <a:spcBef>
                <a:spcPts val="214"/>
              </a:spcBef>
              <a:spcAft>
                <a:spcPts val="0"/>
              </a:spcAft>
              <a:buClr>
                <a:schemeClr val="dk1"/>
              </a:buClr>
              <a:buSzPts val="1000"/>
              <a:buNone/>
              <a:defRPr sz="430"/>
            </a:lvl8pPr>
            <a:lvl9pPr marL="1765063" lvl="8" indent="-98060" algn="l">
              <a:lnSpc>
                <a:spcPct val="90000"/>
              </a:lnSpc>
              <a:spcBef>
                <a:spcPts val="214"/>
              </a:spcBef>
              <a:spcAft>
                <a:spcPts val="0"/>
              </a:spcAft>
              <a:buClr>
                <a:schemeClr val="dk1"/>
              </a:buClr>
              <a:buSzPts val="1000"/>
              <a:buNone/>
              <a:defRPr sz="430"/>
            </a:lvl9pPr>
          </a:lstStyle>
          <a:p>
            <a:endParaRPr/>
          </a:p>
        </p:txBody>
      </p:sp>
      <p:sp>
        <p:nvSpPr>
          <p:cNvPr id="25" name="Google Shape;25;p74"/>
          <p:cNvSpPr txBox="1">
            <a:spLocks noGrp="1"/>
          </p:cNvSpPr>
          <p:nvPr>
            <p:ph type="dt" idx="10"/>
          </p:nvPr>
        </p:nvSpPr>
        <p:spPr>
          <a:xfrm>
            <a:off x="613809" y="6206277"/>
            <a:ext cx="2008822" cy="3565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74"/>
          <p:cNvSpPr txBox="1">
            <a:spLocks noGrp="1"/>
          </p:cNvSpPr>
          <p:nvPr>
            <p:ph type="ftr" idx="11"/>
          </p:nvPr>
        </p:nvSpPr>
        <p:spPr>
          <a:xfrm>
            <a:off x="2957435" y="6206277"/>
            <a:ext cx="3013234" cy="3565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74"/>
          <p:cNvSpPr txBox="1">
            <a:spLocks noGrp="1"/>
          </p:cNvSpPr>
          <p:nvPr>
            <p:ph type="sldNum" idx="12"/>
          </p:nvPr>
        </p:nvSpPr>
        <p:spPr>
          <a:xfrm>
            <a:off x="6305473" y="6206277"/>
            <a:ext cx="2008822" cy="356503"/>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fld id="{00000000-1234-1234-1234-123412341234}"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28"/>
        <p:cNvGrpSpPr/>
        <p:nvPr/>
      </p:nvGrpSpPr>
      <p:grpSpPr>
        <a:xfrm>
          <a:off x="0" y="0"/>
          <a:ext cx="0" cy="0"/>
          <a:chOff x="0" y="0"/>
          <a:chExt cx="0" cy="0"/>
        </a:xfrm>
      </p:grpSpPr>
      <p:sp>
        <p:nvSpPr>
          <p:cNvPr id="29" name="Google Shape;29;p75"/>
          <p:cNvSpPr txBox="1">
            <a:spLocks noGrp="1"/>
          </p:cNvSpPr>
          <p:nvPr>
            <p:ph type="title"/>
          </p:nvPr>
        </p:nvSpPr>
        <p:spPr>
          <a:xfrm>
            <a:off x="614970" y="356512"/>
            <a:ext cx="7700486" cy="129426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75"/>
          <p:cNvSpPr txBox="1">
            <a:spLocks noGrp="1"/>
          </p:cNvSpPr>
          <p:nvPr>
            <p:ph type="body" idx="1"/>
          </p:nvPr>
        </p:nvSpPr>
        <p:spPr>
          <a:xfrm>
            <a:off x="614972" y="1641469"/>
            <a:ext cx="3777004" cy="804458"/>
          </a:xfrm>
          <a:prstGeom prst="rect">
            <a:avLst/>
          </a:prstGeom>
          <a:noFill/>
          <a:ln>
            <a:noFill/>
          </a:ln>
        </p:spPr>
        <p:txBody>
          <a:bodyPr spcFirstLastPara="1" wrap="square" lIns="91425" tIns="45700" rIns="91425" bIns="45700" anchor="b" anchorCtr="0">
            <a:normAutofit/>
          </a:bodyPr>
          <a:lstStyle>
            <a:lvl1pPr marL="196118" lvl="0" indent="-98060" algn="l">
              <a:lnSpc>
                <a:spcPct val="90000"/>
              </a:lnSpc>
              <a:spcBef>
                <a:spcPts val="430"/>
              </a:spcBef>
              <a:spcAft>
                <a:spcPts val="0"/>
              </a:spcAft>
              <a:buClr>
                <a:schemeClr val="dk1"/>
              </a:buClr>
              <a:buSzPts val="2400"/>
              <a:buNone/>
              <a:defRPr sz="1030" b="1"/>
            </a:lvl1pPr>
            <a:lvl2pPr marL="392237" lvl="1" indent="-98060" algn="l">
              <a:lnSpc>
                <a:spcPct val="90000"/>
              </a:lnSpc>
              <a:spcBef>
                <a:spcPts val="214"/>
              </a:spcBef>
              <a:spcAft>
                <a:spcPts val="0"/>
              </a:spcAft>
              <a:buClr>
                <a:schemeClr val="dk1"/>
              </a:buClr>
              <a:buSzPts val="2000"/>
              <a:buNone/>
              <a:defRPr sz="858" b="1"/>
            </a:lvl2pPr>
            <a:lvl3pPr marL="588354" lvl="2" indent="-98060" algn="l">
              <a:lnSpc>
                <a:spcPct val="90000"/>
              </a:lnSpc>
              <a:spcBef>
                <a:spcPts val="214"/>
              </a:spcBef>
              <a:spcAft>
                <a:spcPts val="0"/>
              </a:spcAft>
              <a:buClr>
                <a:schemeClr val="dk1"/>
              </a:buClr>
              <a:buSzPts val="1800"/>
              <a:buNone/>
              <a:defRPr sz="772" b="1"/>
            </a:lvl3pPr>
            <a:lvl4pPr marL="784472" lvl="3" indent="-98060" algn="l">
              <a:lnSpc>
                <a:spcPct val="90000"/>
              </a:lnSpc>
              <a:spcBef>
                <a:spcPts val="214"/>
              </a:spcBef>
              <a:spcAft>
                <a:spcPts val="0"/>
              </a:spcAft>
              <a:buClr>
                <a:schemeClr val="dk1"/>
              </a:buClr>
              <a:buSzPts val="1600"/>
              <a:buNone/>
              <a:defRPr sz="686" b="1"/>
            </a:lvl4pPr>
            <a:lvl5pPr marL="980590" lvl="4" indent="-98060" algn="l">
              <a:lnSpc>
                <a:spcPct val="90000"/>
              </a:lnSpc>
              <a:spcBef>
                <a:spcPts val="214"/>
              </a:spcBef>
              <a:spcAft>
                <a:spcPts val="0"/>
              </a:spcAft>
              <a:buClr>
                <a:schemeClr val="dk1"/>
              </a:buClr>
              <a:buSzPts val="1600"/>
              <a:buNone/>
              <a:defRPr sz="686" b="1"/>
            </a:lvl5pPr>
            <a:lvl6pPr marL="1176709" lvl="5" indent="-98060" algn="l">
              <a:lnSpc>
                <a:spcPct val="90000"/>
              </a:lnSpc>
              <a:spcBef>
                <a:spcPts val="214"/>
              </a:spcBef>
              <a:spcAft>
                <a:spcPts val="0"/>
              </a:spcAft>
              <a:buClr>
                <a:schemeClr val="dk1"/>
              </a:buClr>
              <a:buSzPts val="1600"/>
              <a:buNone/>
              <a:defRPr sz="686" b="1"/>
            </a:lvl6pPr>
            <a:lvl7pPr marL="1372827" lvl="6" indent="-98060" algn="l">
              <a:lnSpc>
                <a:spcPct val="90000"/>
              </a:lnSpc>
              <a:spcBef>
                <a:spcPts val="214"/>
              </a:spcBef>
              <a:spcAft>
                <a:spcPts val="0"/>
              </a:spcAft>
              <a:buClr>
                <a:schemeClr val="dk1"/>
              </a:buClr>
              <a:buSzPts val="1600"/>
              <a:buNone/>
              <a:defRPr sz="686" b="1"/>
            </a:lvl7pPr>
            <a:lvl8pPr marL="1568945" lvl="7" indent="-98060" algn="l">
              <a:lnSpc>
                <a:spcPct val="90000"/>
              </a:lnSpc>
              <a:spcBef>
                <a:spcPts val="214"/>
              </a:spcBef>
              <a:spcAft>
                <a:spcPts val="0"/>
              </a:spcAft>
              <a:buClr>
                <a:schemeClr val="dk1"/>
              </a:buClr>
              <a:buSzPts val="1600"/>
              <a:buNone/>
              <a:defRPr sz="686" b="1"/>
            </a:lvl8pPr>
            <a:lvl9pPr marL="1765063" lvl="8" indent="-98060" algn="l">
              <a:lnSpc>
                <a:spcPct val="90000"/>
              </a:lnSpc>
              <a:spcBef>
                <a:spcPts val="214"/>
              </a:spcBef>
              <a:spcAft>
                <a:spcPts val="0"/>
              </a:spcAft>
              <a:buClr>
                <a:schemeClr val="dk1"/>
              </a:buClr>
              <a:buSzPts val="1600"/>
              <a:buNone/>
              <a:defRPr sz="686" b="1"/>
            </a:lvl9pPr>
          </a:lstStyle>
          <a:p>
            <a:endParaRPr/>
          </a:p>
        </p:txBody>
      </p:sp>
      <p:sp>
        <p:nvSpPr>
          <p:cNvPr id="31" name="Google Shape;31;p75"/>
          <p:cNvSpPr txBox="1">
            <a:spLocks noGrp="1"/>
          </p:cNvSpPr>
          <p:nvPr>
            <p:ph type="body" idx="2"/>
          </p:nvPr>
        </p:nvSpPr>
        <p:spPr>
          <a:xfrm>
            <a:off x="614972" y="2445927"/>
            <a:ext cx="3777004" cy="3597591"/>
          </a:xfrm>
          <a:prstGeom prst="rect">
            <a:avLst/>
          </a:prstGeom>
          <a:noFill/>
          <a:ln>
            <a:noFill/>
          </a:ln>
        </p:spPr>
        <p:txBody>
          <a:bodyPr spcFirstLastPara="1" wrap="square" lIns="91425" tIns="45700" rIns="91425" bIns="45700" anchor="t" anchorCtr="0">
            <a:normAutofit/>
          </a:bodyPr>
          <a:lstStyle>
            <a:lvl1pPr marL="196118" lvl="0" indent="-147089" algn="l">
              <a:lnSpc>
                <a:spcPct val="90000"/>
              </a:lnSpc>
              <a:spcBef>
                <a:spcPts val="430"/>
              </a:spcBef>
              <a:spcAft>
                <a:spcPts val="0"/>
              </a:spcAft>
              <a:buClr>
                <a:schemeClr val="dk1"/>
              </a:buClr>
              <a:buSzPts val="1800"/>
              <a:buChar char="•"/>
              <a:defRPr/>
            </a:lvl1pPr>
            <a:lvl2pPr marL="392237" lvl="1" indent="-147089" algn="l">
              <a:lnSpc>
                <a:spcPct val="90000"/>
              </a:lnSpc>
              <a:spcBef>
                <a:spcPts val="214"/>
              </a:spcBef>
              <a:spcAft>
                <a:spcPts val="0"/>
              </a:spcAft>
              <a:buClr>
                <a:schemeClr val="dk1"/>
              </a:buClr>
              <a:buSzPts val="1800"/>
              <a:buChar char="•"/>
              <a:defRPr/>
            </a:lvl2pPr>
            <a:lvl3pPr marL="588354" lvl="2" indent="-147089" algn="l">
              <a:lnSpc>
                <a:spcPct val="90000"/>
              </a:lnSpc>
              <a:spcBef>
                <a:spcPts val="214"/>
              </a:spcBef>
              <a:spcAft>
                <a:spcPts val="0"/>
              </a:spcAft>
              <a:buClr>
                <a:schemeClr val="dk1"/>
              </a:buClr>
              <a:buSzPts val="1800"/>
              <a:buChar char="•"/>
              <a:defRPr/>
            </a:lvl3pPr>
            <a:lvl4pPr marL="784472" lvl="3" indent="-147089" algn="l">
              <a:lnSpc>
                <a:spcPct val="90000"/>
              </a:lnSpc>
              <a:spcBef>
                <a:spcPts val="214"/>
              </a:spcBef>
              <a:spcAft>
                <a:spcPts val="0"/>
              </a:spcAft>
              <a:buClr>
                <a:schemeClr val="dk1"/>
              </a:buClr>
              <a:buSzPts val="1800"/>
              <a:buChar char="•"/>
              <a:defRPr/>
            </a:lvl4pPr>
            <a:lvl5pPr marL="980590" lvl="4" indent="-147089" algn="l">
              <a:lnSpc>
                <a:spcPct val="90000"/>
              </a:lnSpc>
              <a:spcBef>
                <a:spcPts val="214"/>
              </a:spcBef>
              <a:spcAft>
                <a:spcPts val="0"/>
              </a:spcAft>
              <a:buClr>
                <a:schemeClr val="dk1"/>
              </a:buClr>
              <a:buSzPts val="1800"/>
              <a:buChar char="•"/>
              <a:defRPr/>
            </a:lvl5pPr>
            <a:lvl6pPr marL="1176709" lvl="5" indent="-147089" algn="l">
              <a:lnSpc>
                <a:spcPct val="90000"/>
              </a:lnSpc>
              <a:spcBef>
                <a:spcPts val="214"/>
              </a:spcBef>
              <a:spcAft>
                <a:spcPts val="0"/>
              </a:spcAft>
              <a:buClr>
                <a:schemeClr val="dk1"/>
              </a:buClr>
              <a:buSzPts val="1800"/>
              <a:buChar char="•"/>
              <a:defRPr/>
            </a:lvl6pPr>
            <a:lvl7pPr marL="1372827" lvl="6" indent="-147089" algn="l">
              <a:lnSpc>
                <a:spcPct val="90000"/>
              </a:lnSpc>
              <a:spcBef>
                <a:spcPts val="214"/>
              </a:spcBef>
              <a:spcAft>
                <a:spcPts val="0"/>
              </a:spcAft>
              <a:buClr>
                <a:schemeClr val="dk1"/>
              </a:buClr>
              <a:buSzPts val="1800"/>
              <a:buChar char="•"/>
              <a:defRPr/>
            </a:lvl7pPr>
            <a:lvl8pPr marL="1568945" lvl="7" indent="-147089" algn="l">
              <a:lnSpc>
                <a:spcPct val="90000"/>
              </a:lnSpc>
              <a:spcBef>
                <a:spcPts val="214"/>
              </a:spcBef>
              <a:spcAft>
                <a:spcPts val="0"/>
              </a:spcAft>
              <a:buClr>
                <a:schemeClr val="dk1"/>
              </a:buClr>
              <a:buSzPts val="1800"/>
              <a:buChar char="•"/>
              <a:defRPr/>
            </a:lvl8pPr>
            <a:lvl9pPr marL="1765063" lvl="8" indent="-147089" algn="l">
              <a:lnSpc>
                <a:spcPct val="90000"/>
              </a:lnSpc>
              <a:spcBef>
                <a:spcPts val="214"/>
              </a:spcBef>
              <a:spcAft>
                <a:spcPts val="0"/>
              </a:spcAft>
              <a:buClr>
                <a:schemeClr val="dk1"/>
              </a:buClr>
              <a:buSzPts val="1800"/>
              <a:buChar char="•"/>
              <a:defRPr/>
            </a:lvl9pPr>
          </a:lstStyle>
          <a:p>
            <a:endParaRPr/>
          </a:p>
        </p:txBody>
      </p:sp>
      <p:sp>
        <p:nvSpPr>
          <p:cNvPr id="32" name="Google Shape;32;p75"/>
          <p:cNvSpPr txBox="1">
            <a:spLocks noGrp="1"/>
          </p:cNvSpPr>
          <p:nvPr>
            <p:ph type="body" idx="3"/>
          </p:nvPr>
        </p:nvSpPr>
        <p:spPr>
          <a:xfrm>
            <a:off x="4519854" y="1641469"/>
            <a:ext cx="3795606" cy="804458"/>
          </a:xfrm>
          <a:prstGeom prst="rect">
            <a:avLst/>
          </a:prstGeom>
          <a:noFill/>
          <a:ln>
            <a:noFill/>
          </a:ln>
        </p:spPr>
        <p:txBody>
          <a:bodyPr spcFirstLastPara="1" wrap="square" lIns="91425" tIns="45700" rIns="91425" bIns="45700" anchor="b" anchorCtr="0">
            <a:normAutofit/>
          </a:bodyPr>
          <a:lstStyle>
            <a:lvl1pPr marL="196118" lvl="0" indent="-98060" algn="l">
              <a:lnSpc>
                <a:spcPct val="90000"/>
              </a:lnSpc>
              <a:spcBef>
                <a:spcPts val="430"/>
              </a:spcBef>
              <a:spcAft>
                <a:spcPts val="0"/>
              </a:spcAft>
              <a:buClr>
                <a:schemeClr val="dk1"/>
              </a:buClr>
              <a:buSzPts val="2400"/>
              <a:buNone/>
              <a:defRPr sz="1030" b="1"/>
            </a:lvl1pPr>
            <a:lvl2pPr marL="392237" lvl="1" indent="-98060" algn="l">
              <a:lnSpc>
                <a:spcPct val="90000"/>
              </a:lnSpc>
              <a:spcBef>
                <a:spcPts val="214"/>
              </a:spcBef>
              <a:spcAft>
                <a:spcPts val="0"/>
              </a:spcAft>
              <a:buClr>
                <a:schemeClr val="dk1"/>
              </a:buClr>
              <a:buSzPts val="2000"/>
              <a:buNone/>
              <a:defRPr sz="858" b="1"/>
            </a:lvl2pPr>
            <a:lvl3pPr marL="588354" lvl="2" indent="-98060" algn="l">
              <a:lnSpc>
                <a:spcPct val="90000"/>
              </a:lnSpc>
              <a:spcBef>
                <a:spcPts val="214"/>
              </a:spcBef>
              <a:spcAft>
                <a:spcPts val="0"/>
              </a:spcAft>
              <a:buClr>
                <a:schemeClr val="dk1"/>
              </a:buClr>
              <a:buSzPts val="1800"/>
              <a:buNone/>
              <a:defRPr sz="772" b="1"/>
            </a:lvl3pPr>
            <a:lvl4pPr marL="784472" lvl="3" indent="-98060" algn="l">
              <a:lnSpc>
                <a:spcPct val="90000"/>
              </a:lnSpc>
              <a:spcBef>
                <a:spcPts val="214"/>
              </a:spcBef>
              <a:spcAft>
                <a:spcPts val="0"/>
              </a:spcAft>
              <a:buClr>
                <a:schemeClr val="dk1"/>
              </a:buClr>
              <a:buSzPts val="1600"/>
              <a:buNone/>
              <a:defRPr sz="686" b="1"/>
            </a:lvl4pPr>
            <a:lvl5pPr marL="980590" lvl="4" indent="-98060" algn="l">
              <a:lnSpc>
                <a:spcPct val="90000"/>
              </a:lnSpc>
              <a:spcBef>
                <a:spcPts val="214"/>
              </a:spcBef>
              <a:spcAft>
                <a:spcPts val="0"/>
              </a:spcAft>
              <a:buClr>
                <a:schemeClr val="dk1"/>
              </a:buClr>
              <a:buSzPts val="1600"/>
              <a:buNone/>
              <a:defRPr sz="686" b="1"/>
            </a:lvl5pPr>
            <a:lvl6pPr marL="1176709" lvl="5" indent="-98060" algn="l">
              <a:lnSpc>
                <a:spcPct val="90000"/>
              </a:lnSpc>
              <a:spcBef>
                <a:spcPts val="214"/>
              </a:spcBef>
              <a:spcAft>
                <a:spcPts val="0"/>
              </a:spcAft>
              <a:buClr>
                <a:schemeClr val="dk1"/>
              </a:buClr>
              <a:buSzPts val="1600"/>
              <a:buNone/>
              <a:defRPr sz="686" b="1"/>
            </a:lvl6pPr>
            <a:lvl7pPr marL="1372827" lvl="6" indent="-98060" algn="l">
              <a:lnSpc>
                <a:spcPct val="90000"/>
              </a:lnSpc>
              <a:spcBef>
                <a:spcPts val="214"/>
              </a:spcBef>
              <a:spcAft>
                <a:spcPts val="0"/>
              </a:spcAft>
              <a:buClr>
                <a:schemeClr val="dk1"/>
              </a:buClr>
              <a:buSzPts val="1600"/>
              <a:buNone/>
              <a:defRPr sz="686" b="1"/>
            </a:lvl7pPr>
            <a:lvl8pPr marL="1568945" lvl="7" indent="-98060" algn="l">
              <a:lnSpc>
                <a:spcPct val="90000"/>
              </a:lnSpc>
              <a:spcBef>
                <a:spcPts val="214"/>
              </a:spcBef>
              <a:spcAft>
                <a:spcPts val="0"/>
              </a:spcAft>
              <a:buClr>
                <a:schemeClr val="dk1"/>
              </a:buClr>
              <a:buSzPts val="1600"/>
              <a:buNone/>
              <a:defRPr sz="686" b="1"/>
            </a:lvl8pPr>
            <a:lvl9pPr marL="1765063" lvl="8" indent="-98060" algn="l">
              <a:lnSpc>
                <a:spcPct val="90000"/>
              </a:lnSpc>
              <a:spcBef>
                <a:spcPts val="214"/>
              </a:spcBef>
              <a:spcAft>
                <a:spcPts val="0"/>
              </a:spcAft>
              <a:buClr>
                <a:schemeClr val="dk1"/>
              </a:buClr>
              <a:buSzPts val="1600"/>
              <a:buNone/>
              <a:defRPr sz="686" b="1"/>
            </a:lvl9pPr>
          </a:lstStyle>
          <a:p>
            <a:endParaRPr/>
          </a:p>
        </p:txBody>
      </p:sp>
      <p:sp>
        <p:nvSpPr>
          <p:cNvPr id="33" name="Google Shape;33;p75"/>
          <p:cNvSpPr txBox="1">
            <a:spLocks noGrp="1"/>
          </p:cNvSpPr>
          <p:nvPr>
            <p:ph type="body" idx="4"/>
          </p:nvPr>
        </p:nvSpPr>
        <p:spPr>
          <a:xfrm>
            <a:off x="4519854" y="2445927"/>
            <a:ext cx="3795606" cy="3597591"/>
          </a:xfrm>
          <a:prstGeom prst="rect">
            <a:avLst/>
          </a:prstGeom>
          <a:noFill/>
          <a:ln>
            <a:noFill/>
          </a:ln>
        </p:spPr>
        <p:txBody>
          <a:bodyPr spcFirstLastPara="1" wrap="square" lIns="91425" tIns="45700" rIns="91425" bIns="45700" anchor="t" anchorCtr="0">
            <a:normAutofit/>
          </a:bodyPr>
          <a:lstStyle>
            <a:lvl1pPr marL="196118" lvl="0" indent="-147089" algn="l">
              <a:lnSpc>
                <a:spcPct val="90000"/>
              </a:lnSpc>
              <a:spcBef>
                <a:spcPts val="430"/>
              </a:spcBef>
              <a:spcAft>
                <a:spcPts val="0"/>
              </a:spcAft>
              <a:buClr>
                <a:schemeClr val="dk1"/>
              </a:buClr>
              <a:buSzPts val="1800"/>
              <a:buChar char="•"/>
              <a:defRPr/>
            </a:lvl1pPr>
            <a:lvl2pPr marL="392237" lvl="1" indent="-147089" algn="l">
              <a:lnSpc>
                <a:spcPct val="90000"/>
              </a:lnSpc>
              <a:spcBef>
                <a:spcPts val="214"/>
              </a:spcBef>
              <a:spcAft>
                <a:spcPts val="0"/>
              </a:spcAft>
              <a:buClr>
                <a:schemeClr val="dk1"/>
              </a:buClr>
              <a:buSzPts val="1800"/>
              <a:buChar char="•"/>
              <a:defRPr/>
            </a:lvl2pPr>
            <a:lvl3pPr marL="588354" lvl="2" indent="-147089" algn="l">
              <a:lnSpc>
                <a:spcPct val="90000"/>
              </a:lnSpc>
              <a:spcBef>
                <a:spcPts val="214"/>
              </a:spcBef>
              <a:spcAft>
                <a:spcPts val="0"/>
              </a:spcAft>
              <a:buClr>
                <a:schemeClr val="dk1"/>
              </a:buClr>
              <a:buSzPts val="1800"/>
              <a:buChar char="•"/>
              <a:defRPr/>
            </a:lvl3pPr>
            <a:lvl4pPr marL="784472" lvl="3" indent="-147089" algn="l">
              <a:lnSpc>
                <a:spcPct val="90000"/>
              </a:lnSpc>
              <a:spcBef>
                <a:spcPts val="214"/>
              </a:spcBef>
              <a:spcAft>
                <a:spcPts val="0"/>
              </a:spcAft>
              <a:buClr>
                <a:schemeClr val="dk1"/>
              </a:buClr>
              <a:buSzPts val="1800"/>
              <a:buChar char="•"/>
              <a:defRPr/>
            </a:lvl4pPr>
            <a:lvl5pPr marL="980590" lvl="4" indent="-147089" algn="l">
              <a:lnSpc>
                <a:spcPct val="90000"/>
              </a:lnSpc>
              <a:spcBef>
                <a:spcPts val="214"/>
              </a:spcBef>
              <a:spcAft>
                <a:spcPts val="0"/>
              </a:spcAft>
              <a:buClr>
                <a:schemeClr val="dk1"/>
              </a:buClr>
              <a:buSzPts val="1800"/>
              <a:buChar char="•"/>
              <a:defRPr/>
            </a:lvl5pPr>
            <a:lvl6pPr marL="1176709" lvl="5" indent="-147089" algn="l">
              <a:lnSpc>
                <a:spcPct val="90000"/>
              </a:lnSpc>
              <a:spcBef>
                <a:spcPts val="214"/>
              </a:spcBef>
              <a:spcAft>
                <a:spcPts val="0"/>
              </a:spcAft>
              <a:buClr>
                <a:schemeClr val="dk1"/>
              </a:buClr>
              <a:buSzPts val="1800"/>
              <a:buChar char="•"/>
              <a:defRPr/>
            </a:lvl6pPr>
            <a:lvl7pPr marL="1372827" lvl="6" indent="-147089" algn="l">
              <a:lnSpc>
                <a:spcPct val="90000"/>
              </a:lnSpc>
              <a:spcBef>
                <a:spcPts val="214"/>
              </a:spcBef>
              <a:spcAft>
                <a:spcPts val="0"/>
              </a:spcAft>
              <a:buClr>
                <a:schemeClr val="dk1"/>
              </a:buClr>
              <a:buSzPts val="1800"/>
              <a:buChar char="•"/>
              <a:defRPr/>
            </a:lvl7pPr>
            <a:lvl8pPr marL="1568945" lvl="7" indent="-147089" algn="l">
              <a:lnSpc>
                <a:spcPct val="90000"/>
              </a:lnSpc>
              <a:spcBef>
                <a:spcPts val="214"/>
              </a:spcBef>
              <a:spcAft>
                <a:spcPts val="0"/>
              </a:spcAft>
              <a:buClr>
                <a:schemeClr val="dk1"/>
              </a:buClr>
              <a:buSzPts val="1800"/>
              <a:buChar char="•"/>
              <a:defRPr/>
            </a:lvl8pPr>
            <a:lvl9pPr marL="1765063" lvl="8" indent="-147089" algn="l">
              <a:lnSpc>
                <a:spcPct val="90000"/>
              </a:lnSpc>
              <a:spcBef>
                <a:spcPts val="214"/>
              </a:spcBef>
              <a:spcAft>
                <a:spcPts val="0"/>
              </a:spcAft>
              <a:buClr>
                <a:schemeClr val="dk1"/>
              </a:buClr>
              <a:buSzPts val="1800"/>
              <a:buChar char="•"/>
              <a:defRPr/>
            </a:lvl9pPr>
          </a:lstStyle>
          <a:p>
            <a:endParaRPr/>
          </a:p>
        </p:txBody>
      </p:sp>
      <p:sp>
        <p:nvSpPr>
          <p:cNvPr id="34" name="Google Shape;34;p75"/>
          <p:cNvSpPr txBox="1">
            <a:spLocks noGrp="1"/>
          </p:cNvSpPr>
          <p:nvPr>
            <p:ph type="dt" idx="10"/>
          </p:nvPr>
        </p:nvSpPr>
        <p:spPr>
          <a:xfrm>
            <a:off x="613809" y="6206277"/>
            <a:ext cx="2008822" cy="3565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75"/>
          <p:cNvSpPr txBox="1">
            <a:spLocks noGrp="1"/>
          </p:cNvSpPr>
          <p:nvPr>
            <p:ph type="ftr" idx="11"/>
          </p:nvPr>
        </p:nvSpPr>
        <p:spPr>
          <a:xfrm>
            <a:off x="2957435" y="6206277"/>
            <a:ext cx="3013234" cy="3565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75"/>
          <p:cNvSpPr txBox="1">
            <a:spLocks noGrp="1"/>
          </p:cNvSpPr>
          <p:nvPr>
            <p:ph type="sldNum" idx="12"/>
          </p:nvPr>
        </p:nvSpPr>
        <p:spPr>
          <a:xfrm>
            <a:off x="6305473" y="6206277"/>
            <a:ext cx="2008822" cy="356503"/>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fld id="{00000000-1234-1234-1234-123412341234}"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7"/>
        <p:cNvGrpSpPr/>
        <p:nvPr/>
      </p:nvGrpSpPr>
      <p:grpSpPr>
        <a:xfrm>
          <a:off x="0" y="0"/>
          <a:ext cx="0" cy="0"/>
          <a:chOff x="0" y="0"/>
          <a:chExt cx="0" cy="0"/>
        </a:xfrm>
      </p:grpSpPr>
      <p:sp>
        <p:nvSpPr>
          <p:cNvPr id="38" name="Google Shape;38;p76"/>
          <p:cNvSpPr txBox="1">
            <a:spLocks noGrp="1"/>
          </p:cNvSpPr>
          <p:nvPr>
            <p:ph type="title"/>
          </p:nvPr>
        </p:nvSpPr>
        <p:spPr>
          <a:xfrm>
            <a:off x="613809" y="356512"/>
            <a:ext cx="7700486" cy="129426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76"/>
          <p:cNvSpPr txBox="1">
            <a:spLocks noGrp="1"/>
          </p:cNvSpPr>
          <p:nvPr>
            <p:ph type="body" idx="1"/>
          </p:nvPr>
        </p:nvSpPr>
        <p:spPr>
          <a:xfrm>
            <a:off x="613809" y="1782521"/>
            <a:ext cx="7700486" cy="4248598"/>
          </a:xfrm>
          <a:prstGeom prst="rect">
            <a:avLst/>
          </a:prstGeom>
          <a:noFill/>
          <a:ln>
            <a:noFill/>
          </a:ln>
        </p:spPr>
        <p:txBody>
          <a:bodyPr spcFirstLastPara="1" wrap="square" lIns="91425" tIns="45700" rIns="91425" bIns="45700" anchor="t" anchorCtr="0">
            <a:normAutofit/>
          </a:bodyPr>
          <a:lstStyle>
            <a:lvl1pPr marL="196118" lvl="0" indent="-147089" algn="l">
              <a:lnSpc>
                <a:spcPct val="90000"/>
              </a:lnSpc>
              <a:spcBef>
                <a:spcPts val="430"/>
              </a:spcBef>
              <a:spcAft>
                <a:spcPts val="0"/>
              </a:spcAft>
              <a:buClr>
                <a:schemeClr val="dk1"/>
              </a:buClr>
              <a:buSzPts val="1800"/>
              <a:buChar char="•"/>
              <a:defRPr/>
            </a:lvl1pPr>
            <a:lvl2pPr marL="392237" lvl="1" indent="-147089" algn="l">
              <a:lnSpc>
                <a:spcPct val="90000"/>
              </a:lnSpc>
              <a:spcBef>
                <a:spcPts val="214"/>
              </a:spcBef>
              <a:spcAft>
                <a:spcPts val="0"/>
              </a:spcAft>
              <a:buClr>
                <a:schemeClr val="dk1"/>
              </a:buClr>
              <a:buSzPts val="1800"/>
              <a:buChar char="•"/>
              <a:defRPr/>
            </a:lvl2pPr>
            <a:lvl3pPr marL="588354" lvl="2" indent="-147089" algn="l">
              <a:lnSpc>
                <a:spcPct val="90000"/>
              </a:lnSpc>
              <a:spcBef>
                <a:spcPts val="214"/>
              </a:spcBef>
              <a:spcAft>
                <a:spcPts val="0"/>
              </a:spcAft>
              <a:buClr>
                <a:schemeClr val="dk1"/>
              </a:buClr>
              <a:buSzPts val="1800"/>
              <a:buChar char="•"/>
              <a:defRPr/>
            </a:lvl3pPr>
            <a:lvl4pPr marL="784472" lvl="3" indent="-147089" algn="l">
              <a:lnSpc>
                <a:spcPct val="90000"/>
              </a:lnSpc>
              <a:spcBef>
                <a:spcPts val="214"/>
              </a:spcBef>
              <a:spcAft>
                <a:spcPts val="0"/>
              </a:spcAft>
              <a:buClr>
                <a:schemeClr val="dk1"/>
              </a:buClr>
              <a:buSzPts val="1800"/>
              <a:buChar char="•"/>
              <a:defRPr/>
            </a:lvl4pPr>
            <a:lvl5pPr marL="980590" lvl="4" indent="-147089" algn="l">
              <a:lnSpc>
                <a:spcPct val="90000"/>
              </a:lnSpc>
              <a:spcBef>
                <a:spcPts val="214"/>
              </a:spcBef>
              <a:spcAft>
                <a:spcPts val="0"/>
              </a:spcAft>
              <a:buClr>
                <a:schemeClr val="dk1"/>
              </a:buClr>
              <a:buSzPts val="1800"/>
              <a:buChar char="•"/>
              <a:defRPr/>
            </a:lvl5pPr>
            <a:lvl6pPr marL="1176709" lvl="5" indent="-147089" algn="l">
              <a:lnSpc>
                <a:spcPct val="90000"/>
              </a:lnSpc>
              <a:spcBef>
                <a:spcPts val="214"/>
              </a:spcBef>
              <a:spcAft>
                <a:spcPts val="0"/>
              </a:spcAft>
              <a:buClr>
                <a:schemeClr val="dk1"/>
              </a:buClr>
              <a:buSzPts val="1800"/>
              <a:buChar char="•"/>
              <a:defRPr/>
            </a:lvl6pPr>
            <a:lvl7pPr marL="1372827" lvl="6" indent="-147089" algn="l">
              <a:lnSpc>
                <a:spcPct val="90000"/>
              </a:lnSpc>
              <a:spcBef>
                <a:spcPts val="214"/>
              </a:spcBef>
              <a:spcAft>
                <a:spcPts val="0"/>
              </a:spcAft>
              <a:buClr>
                <a:schemeClr val="dk1"/>
              </a:buClr>
              <a:buSzPts val="1800"/>
              <a:buChar char="•"/>
              <a:defRPr/>
            </a:lvl7pPr>
            <a:lvl8pPr marL="1568945" lvl="7" indent="-147089" algn="l">
              <a:lnSpc>
                <a:spcPct val="90000"/>
              </a:lnSpc>
              <a:spcBef>
                <a:spcPts val="214"/>
              </a:spcBef>
              <a:spcAft>
                <a:spcPts val="0"/>
              </a:spcAft>
              <a:buClr>
                <a:schemeClr val="dk1"/>
              </a:buClr>
              <a:buSzPts val="1800"/>
              <a:buChar char="•"/>
              <a:defRPr/>
            </a:lvl8pPr>
            <a:lvl9pPr marL="1765063" lvl="8" indent="-147089" algn="l">
              <a:lnSpc>
                <a:spcPct val="90000"/>
              </a:lnSpc>
              <a:spcBef>
                <a:spcPts val="214"/>
              </a:spcBef>
              <a:spcAft>
                <a:spcPts val="0"/>
              </a:spcAft>
              <a:buClr>
                <a:schemeClr val="dk1"/>
              </a:buClr>
              <a:buSzPts val="1800"/>
              <a:buChar char="•"/>
              <a:defRPr/>
            </a:lvl9pPr>
          </a:lstStyle>
          <a:p>
            <a:endParaRPr/>
          </a:p>
        </p:txBody>
      </p:sp>
      <p:sp>
        <p:nvSpPr>
          <p:cNvPr id="40" name="Google Shape;40;p76"/>
          <p:cNvSpPr txBox="1">
            <a:spLocks noGrp="1"/>
          </p:cNvSpPr>
          <p:nvPr>
            <p:ph type="dt" idx="10"/>
          </p:nvPr>
        </p:nvSpPr>
        <p:spPr>
          <a:xfrm>
            <a:off x="613809" y="6206277"/>
            <a:ext cx="2008822" cy="3565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76"/>
          <p:cNvSpPr txBox="1">
            <a:spLocks noGrp="1"/>
          </p:cNvSpPr>
          <p:nvPr>
            <p:ph type="ftr" idx="11"/>
          </p:nvPr>
        </p:nvSpPr>
        <p:spPr>
          <a:xfrm>
            <a:off x="2957435" y="6206277"/>
            <a:ext cx="3013234" cy="3565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76"/>
          <p:cNvSpPr txBox="1">
            <a:spLocks noGrp="1"/>
          </p:cNvSpPr>
          <p:nvPr>
            <p:ph type="sldNum" idx="12"/>
          </p:nvPr>
        </p:nvSpPr>
        <p:spPr>
          <a:xfrm>
            <a:off x="6305473" y="6206277"/>
            <a:ext cx="2008822" cy="356503"/>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fld id="{00000000-1234-1234-1234-123412341234}"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43"/>
        <p:cNvGrpSpPr/>
        <p:nvPr/>
      </p:nvGrpSpPr>
      <p:grpSpPr>
        <a:xfrm>
          <a:off x="0" y="0"/>
          <a:ext cx="0" cy="0"/>
          <a:chOff x="0" y="0"/>
          <a:chExt cx="0" cy="0"/>
        </a:xfrm>
      </p:grpSpPr>
      <p:sp>
        <p:nvSpPr>
          <p:cNvPr id="44" name="Google Shape;44;p77"/>
          <p:cNvSpPr txBox="1">
            <a:spLocks noGrp="1"/>
          </p:cNvSpPr>
          <p:nvPr>
            <p:ph type="title"/>
          </p:nvPr>
        </p:nvSpPr>
        <p:spPr>
          <a:xfrm>
            <a:off x="609158" y="1669377"/>
            <a:ext cx="7700486" cy="278538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257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77"/>
          <p:cNvSpPr txBox="1">
            <a:spLocks noGrp="1"/>
          </p:cNvSpPr>
          <p:nvPr>
            <p:ph type="body" idx="1"/>
          </p:nvPr>
        </p:nvSpPr>
        <p:spPr>
          <a:xfrm>
            <a:off x="609158" y="4481109"/>
            <a:ext cx="7700486" cy="1464766"/>
          </a:xfrm>
          <a:prstGeom prst="rect">
            <a:avLst/>
          </a:prstGeom>
          <a:noFill/>
          <a:ln>
            <a:noFill/>
          </a:ln>
        </p:spPr>
        <p:txBody>
          <a:bodyPr spcFirstLastPara="1" wrap="square" lIns="91425" tIns="45700" rIns="91425" bIns="45700" anchor="t" anchorCtr="0">
            <a:normAutofit/>
          </a:bodyPr>
          <a:lstStyle>
            <a:lvl1pPr marL="196118" lvl="0" indent="-98060" algn="l">
              <a:lnSpc>
                <a:spcPct val="90000"/>
              </a:lnSpc>
              <a:spcBef>
                <a:spcPts val="430"/>
              </a:spcBef>
              <a:spcAft>
                <a:spcPts val="0"/>
              </a:spcAft>
              <a:buClr>
                <a:schemeClr val="dk1"/>
              </a:buClr>
              <a:buSzPts val="2400"/>
              <a:buNone/>
              <a:defRPr sz="1030">
                <a:solidFill>
                  <a:schemeClr val="dk1"/>
                </a:solidFill>
              </a:defRPr>
            </a:lvl1pPr>
            <a:lvl2pPr marL="392237" lvl="1" indent="-98060" algn="l">
              <a:lnSpc>
                <a:spcPct val="90000"/>
              </a:lnSpc>
              <a:spcBef>
                <a:spcPts val="214"/>
              </a:spcBef>
              <a:spcAft>
                <a:spcPts val="0"/>
              </a:spcAft>
              <a:buClr>
                <a:srgbClr val="888888"/>
              </a:buClr>
              <a:buSzPts val="2000"/>
              <a:buNone/>
              <a:defRPr sz="858">
                <a:solidFill>
                  <a:srgbClr val="888888"/>
                </a:solidFill>
              </a:defRPr>
            </a:lvl2pPr>
            <a:lvl3pPr marL="588354" lvl="2" indent="-98060" algn="l">
              <a:lnSpc>
                <a:spcPct val="90000"/>
              </a:lnSpc>
              <a:spcBef>
                <a:spcPts val="214"/>
              </a:spcBef>
              <a:spcAft>
                <a:spcPts val="0"/>
              </a:spcAft>
              <a:buClr>
                <a:srgbClr val="888888"/>
              </a:buClr>
              <a:buSzPts val="1800"/>
              <a:buNone/>
              <a:defRPr sz="772">
                <a:solidFill>
                  <a:srgbClr val="888888"/>
                </a:solidFill>
              </a:defRPr>
            </a:lvl3pPr>
            <a:lvl4pPr marL="784472" lvl="3" indent="-98060" algn="l">
              <a:lnSpc>
                <a:spcPct val="90000"/>
              </a:lnSpc>
              <a:spcBef>
                <a:spcPts val="214"/>
              </a:spcBef>
              <a:spcAft>
                <a:spcPts val="0"/>
              </a:spcAft>
              <a:buClr>
                <a:srgbClr val="888888"/>
              </a:buClr>
              <a:buSzPts val="1600"/>
              <a:buNone/>
              <a:defRPr sz="686">
                <a:solidFill>
                  <a:srgbClr val="888888"/>
                </a:solidFill>
              </a:defRPr>
            </a:lvl4pPr>
            <a:lvl5pPr marL="980590" lvl="4" indent="-98060" algn="l">
              <a:lnSpc>
                <a:spcPct val="90000"/>
              </a:lnSpc>
              <a:spcBef>
                <a:spcPts val="214"/>
              </a:spcBef>
              <a:spcAft>
                <a:spcPts val="0"/>
              </a:spcAft>
              <a:buClr>
                <a:srgbClr val="888888"/>
              </a:buClr>
              <a:buSzPts val="1600"/>
              <a:buNone/>
              <a:defRPr sz="686">
                <a:solidFill>
                  <a:srgbClr val="888888"/>
                </a:solidFill>
              </a:defRPr>
            </a:lvl5pPr>
            <a:lvl6pPr marL="1176709" lvl="5" indent="-98060" algn="l">
              <a:lnSpc>
                <a:spcPct val="90000"/>
              </a:lnSpc>
              <a:spcBef>
                <a:spcPts val="214"/>
              </a:spcBef>
              <a:spcAft>
                <a:spcPts val="0"/>
              </a:spcAft>
              <a:buClr>
                <a:srgbClr val="888888"/>
              </a:buClr>
              <a:buSzPts val="1600"/>
              <a:buNone/>
              <a:defRPr sz="686">
                <a:solidFill>
                  <a:srgbClr val="888888"/>
                </a:solidFill>
              </a:defRPr>
            </a:lvl6pPr>
            <a:lvl7pPr marL="1372827" lvl="6" indent="-98060" algn="l">
              <a:lnSpc>
                <a:spcPct val="90000"/>
              </a:lnSpc>
              <a:spcBef>
                <a:spcPts val="214"/>
              </a:spcBef>
              <a:spcAft>
                <a:spcPts val="0"/>
              </a:spcAft>
              <a:buClr>
                <a:srgbClr val="888888"/>
              </a:buClr>
              <a:buSzPts val="1600"/>
              <a:buNone/>
              <a:defRPr sz="686">
                <a:solidFill>
                  <a:srgbClr val="888888"/>
                </a:solidFill>
              </a:defRPr>
            </a:lvl7pPr>
            <a:lvl8pPr marL="1568945" lvl="7" indent="-98060" algn="l">
              <a:lnSpc>
                <a:spcPct val="90000"/>
              </a:lnSpc>
              <a:spcBef>
                <a:spcPts val="214"/>
              </a:spcBef>
              <a:spcAft>
                <a:spcPts val="0"/>
              </a:spcAft>
              <a:buClr>
                <a:srgbClr val="888888"/>
              </a:buClr>
              <a:buSzPts val="1600"/>
              <a:buNone/>
              <a:defRPr sz="686">
                <a:solidFill>
                  <a:srgbClr val="888888"/>
                </a:solidFill>
              </a:defRPr>
            </a:lvl8pPr>
            <a:lvl9pPr marL="1765063" lvl="8" indent="-98060" algn="l">
              <a:lnSpc>
                <a:spcPct val="90000"/>
              </a:lnSpc>
              <a:spcBef>
                <a:spcPts val="214"/>
              </a:spcBef>
              <a:spcAft>
                <a:spcPts val="0"/>
              </a:spcAft>
              <a:buClr>
                <a:srgbClr val="888888"/>
              </a:buClr>
              <a:buSzPts val="1600"/>
              <a:buNone/>
              <a:defRPr sz="686">
                <a:solidFill>
                  <a:srgbClr val="888888"/>
                </a:solidFill>
              </a:defRPr>
            </a:lvl9pPr>
          </a:lstStyle>
          <a:p>
            <a:endParaRPr/>
          </a:p>
        </p:txBody>
      </p:sp>
      <p:sp>
        <p:nvSpPr>
          <p:cNvPr id="46" name="Google Shape;46;p77"/>
          <p:cNvSpPr txBox="1">
            <a:spLocks noGrp="1"/>
          </p:cNvSpPr>
          <p:nvPr>
            <p:ph type="dt" idx="10"/>
          </p:nvPr>
        </p:nvSpPr>
        <p:spPr>
          <a:xfrm>
            <a:off x="613809" y="6206277"/>
            <a:ext cx="2008822" cy="3565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7"/>
          <p:cNvSpPr txBox="1">
            <a:spLocks noGrp="1"/>
          </p:cNvSpPr>
          <p:nvPr>
            <p:ph type="ftr" idx="11"/>
          </p:nvPr>
        </p:nvSpPr>
        <p:spPr>
          <a:xfrm>
            <a:off x="2957435" y="6206277"/>
            <a:ext cx="3013234" cy="3565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7"/>
          <p:cNvSpPr txBox="1">
            <a:spLocks noGrp="1"/>
          </p:cNvSpPr>
          <p:nvPr>
            <p:ph type="sldNum" idx="12"/>
          </p:nvPr>
        </p:nvSpPr>
        <p:spPr>
          <a:xfrm>
            <a:off x="6305473" y="6206277"/>
            <a:ext cx="2008822" cy="356503"/>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fld id="{00000000-1234-1234-1234-123412341234}"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9"/>
        <p:cNvGrpSpPr/>
        <p:nvPr/>
      </p:nvGrpSpPr>
      <p:grpSpPr>
        <a:xfrm>
          <a:off x="0" y="0"/>
          <a:ext cx="0" cy="0"/>
          <a:chOff x="0" y="0"/>
          <a:chExt cx="0" cy="0"/>
        </a:xfrm>
      </p:grpSpPr>
      <p:sp>
        <p:nvSpPr>
          <p:cNvPr id="50" name="Google Shape;50;p78"/>
          <p:cNvSpPr txBox="1">
            <a:spLocks noGrp="1"/>
          </p:cNvSpPr>
          <p:nvPr>
            <p:ph type="title"/>
          </p:nvPr>
        </p:nvSpPr>
        <p:spPr>
          <a:xfrm>
            <a:off x="613809" y="356512"/>
            <a:ext cx="7700486" cy="129426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8"/>
          <p:cNvSpPr txBox="1">
            <a:spLocks noGrp="1"/>
          </p:cNvSpPr>
          <p:nvPr>
            <p:ph type="body" idx="1"/>
          </p:nvPr>
        </p:nvSpPr>
        <p:spPr>
          <a:xfrm>
            <a:off x="613808" y="1782521"/>
            <a:ext cx="3794442" cy="4248598"/>
          </a:xfrm>
          <a:prstGeom prst="rect">
            <a:avLst/>
          </a:prstGeom>
          <a:noFill/>
          <a:ln>
            <a:noFill/>
          </a:ln>
        </p:spPr>
        <p:txBody>
          <a:bodyPr spcFirstLastPara="1" wrap="square" lIns="91425" tIns="45700" rIns="91425" bIns="45700" anchor="t" anchorCtr="0">
            <a:normAutofit/>
          </a:bodyPr>
          <a:lstStyle>
            <a:lvl1pPr marL="196118" lvl="0" indent="-147089" algn="l">
              <a:lnSpc>
                <a:spcPct val="90000"/>
              </a:lnSpc>
              <a:spcBef>
                <a:spcPts val="430"/>
              </a:spcBef>
              <a:spcAft>
                <a:spcPts val="0"/>
              </a:spcAft>
              <a:buClr>
                <a:schemeClr val="dk1"/>
              </a:buClr>
              <a:buSzPts val="1800"/>
              <a:buChar char="•"/>
              <a:defRPr/>
            </a:lvl1pPr>
            <a:lvl2pPr marL="392237" lvl="1" indent="-147089" algn="l">
              <a:lnSpc>
                <a:spcPct val="90000"/>
              </a:lnSpc>
              <a:spcBef>
                <a:spcPts val="214"/>
              </a:spcBef>
              <a:spcAft>
                <a:spcPts val="0"/>
              </a:spcAft>
              <a:buClr>
                <a:schemeClr val="dk1"/>
              </a:buClr>
              <a:buSzPts val="1800"/>
              <a:buChar char="•"/>
              <a:defRPr/>
            </a:lvl2pPr>
            <a:lvl3pPr marL="588354" lvl="2" indent="-147089" algn="l">
              <a:lnSpc>
                <a:spcPct val="90000"/>
              </a:lnSpc>
              <a:spcBef>
                <a:spcPts val="214"/>
              </a:spcBef>
              <a:spcAft>
                <a:spcPts val="0"/>
              </a:spcAft>
              <a:buClr>
                <a:schemeClr val="dk1"/>
              </a:buClr>
              <a:buSzPts val="1800"/>
              <a:buChar char="•"/>
              <a:defRPr/>
            </a:lvl3pPr>
            <a:lvl4pPr marL="784472" lvl="3" indent="-147089" algn="l">
              <a:lnSpc>
                <a:spcPct val="90000"/>
              </a:lnSpc>
              <a:spcBef>
                <a:spcPts val="214"/>
              </a:spcBef>
              <a:spcAft>
                <a:spcPts val="0"/>
              </a:spcAft>
              <a:buClr>
                <a:schemeClr val="dk1"/>
              </a:buClr>
              <a:buSzPts val="1800"/>
              <a:buChar char="•"/>
              <a:defRPr/>
            </a:lvl4pPr>
            <a:lvl5pPr marL="980590" lvl="4" indent="-147089" algn="l">
              <a:lnSpc>
                <a:spcPct val="90000"/>
              </a:lnSpc>
              <a:spcBef>
                <a:spcPts val="214"/>
              </a:spcBef>
              <a:spcAft>
                <a:spcPts val="0"/>
              </a:spcAft>
              <a:buClr>
                <a:schemeClr val="dk1"/>
              </a:buClr>
              <a:buSzPts val="1800"/>
              <a:buChar char="•"/>
              <a:defRPr/>
            </a:lvl5pPr>
            <a:lvl6pPr marL="1176709" lvl="5" indent="-147089" algn="l">
              <a:lnSpc>
                <a:spcPct val="90000"/>
              </a:lnSpc>
              <a:spcBef>
                <a:spcPts val="214"/>
              </a:spcBef>
              <a:spcAft>
                <a:spcPts val="0"/>
              </a:spcAft>
              <a:buClr>
                <a:schemeClr val="dk1"/>
              </a:buClr>
              <a:buSzPts val="1800"/>
              <a:buChar char="•"/>
              <a:defRPr/>
            </a:lvl6pPr>
            <a:lvl7pPr marL="1372827" lvl="6" indent="-147089" algn="l">
              <a:lnSpc>
                <a:spcPct val="90000"/>
              </a:lnSpc>
              <a:spcBef>
                <a:spcPts val="214"/>
              </a:spcBef>
              <a:spcAft>
                <a:spcPts val="0"/>
              </a:spcAft>
              <a:buClr>
                <a:schemeClr val="dk1"/>
              </a:buClr>
              <a:buSzPts val="1800"/>
              <a:buChar char="•"/>
              <a:defRPr/>
            </a:lvl7pPr>
            <a:lvl8pPr marL="1568945" lvl="7" indent="-147089" algn="l">
              <a:lnSpc>
                <a:spcPct val="90000"/>
              </a:lnSpc>
              <a:spcBef>
                <a:spcPts val="214"/>
              </a:spcBef>
              <a:spcAft>
                <a:spcPts val="0"/>
              </a:spcAft>
              <a:buClr>
                <a:schemeClr val="dk1"/>
              </a:buClr>
              <a:buSzPts val="1800"/>
              <a:buChar char="•"/>
              <a:defRPr/>
            </a:lvl8pPr>
            <a:lvl9pPr marL="1765063" lvl="8" indent="-147089" algn="l">
              <a:lnSpc>
                <a:spcPct val="90000"/>
              </a:lnSpc>
              <a:spcBef>
                <a:spcPts val="214"/>
              </a:spcBef>
              <a:spcAft>
                <a:spcPts val="0"/>
              </a:spcAft>
              <a:buClr>
                <a:schemeClr val="dk1"/>
              </a:buClr>
              <a:buSzPts val="1800"/>
              <a:buChar char="•"/>
              <a:defRPr/>
            </a:lvl9pPr>
          </a:lstStyle>
          <a:p>
            <a:endParaRPr/>
          </a:p>
        </p:txBody>
      </p:sp>
      <p:sp>
        <p:nvSpPr>
          <p:cNvPr id="52" name="Google Shape;52;p78"/>
          <p:cNvSpPr txBox="1">
            <a:spLocks noGrp="1"/>
          </p:cNvSpPr>
          <p:nvPr>
            <p:ph type="body" idx="2"/>
          </p:nvPr>
        </p:nvSpPr>
        <p:spPr>
          <a:xfrm>
            <a:off x="4519853" y="1782521"/>
            <a:ext cx="3794442" cy="4248598"/>
          </a:xfrm>
          <a:prstGeom prst="rect">
            <a:avLst/>
          </a:prstGeom>
          <a:noFill/>
          <a:ln>
            <a:noFill/>
          </a:ln>
        </p:spPr>
        <p:txBody>
          <a:bodyPr spcFirstLastPara="1" wrap="square" lIns="91425" tIns="45700" rIns="91425" bIns="45700" anchor="t" anchorCtr="0">
            <a:normAutofit/>
          </a:bodyPr>
          <a:lstStyle>
            <a:lvl1pPr marL="196118" lvl="0" indent="-147089" algn="l">
              <a:lnSpc>
                <a:spcPct val="90000"/>
              </a:lnSpc>
              <a:spcBef>
                <a:spcPts val="430"/>
              </a:spcBef>
              <a:spcAft>
                <a:spcPts val="0"/>
              </a:spcAft>
              <a:buClr>
                <a:schemeClr val="dk1"/>
              </a:buClr>
              <a:buSzPts val="1800"/>
              <a:buChar char="•"/>
              <a:defRPr/>
            </a:lvl1pPr>
            <a:lvl2pPr marL="392237" lvl="1" indent="-147089" algn="l">
              <a:lnSpc>
                <a:spcPct val="90000"/>
              </a:lnSpc>
              <a:spcBef>
                <a:spcPts val="214"/>
              </a:spcBef>
              <a:spcAft>
                <a:spcPts val="0"/>
              </a:spcAft>
              <a:buClr>
                <a:schemeClr val="dk1"/>
              </a:buClr>
              <a:buSzPts val="1800"/>
              <a:buChar char="•"/>
              <a:defRPr/>
            </a:lvl2pPr>
            <a:lvl3pPr marL="588354" lvl="2" indent="-147089" algn="l">
              <a:lnSpc>
                <a:spcPct val="90000"/>
              </a:lnSpc>
              <a:spcBef>
                <a:spcPts val="214"/>
              </a:spcBef>
              <a:spcAft>
                <a:spcPts val="0"/>
              </a:spcAft>
              <a:buClr>
                <a:schemeClr val="dk1"/>
              </a:buClr>
              <a:buSzPts val="1800"/>
              <a:buChar char="•"/>
              <a:defRPr/>
            </a:lvl3pPr>
            <a:lvl4pPr marL="784472" lvl="3" indent="-147089" algn="l">
              <a:lnSpc>
                <a:spcPct val="90000"/>
              </a:lnSpc>
              <a:spcBef>
                <a:spcPts val="214"/>
              </a:spcBef>
              <a:spcAft>
                <a:spcPts val="0"/>
              </a:spcAft>
              <a:buClr>
                <a:schemeClr val="dk1"/>
              </a:buClr>
              <a:buSzPts val="1800"/>
              <a:buChar char="•"/>
              <a:defRPr/>
            </a:lvl4pPr>
            <a:lvl5pPr marL="980590" lvl="4" indent="-147089" algn="l">
              <a:lnSpc>
                <a:spcPct val="90000"/>
              </a:lnSpc>
              <a:spcBef>
                <a:spcPts val="214"/>
              </a:spcBef>
              <a:spcAft>
                <a:spcPts val="0"/>
              </a:spcAft>
              <a:buClr>
                <a:schemeClr val="dk1"/>
              </a:buClr>
              <a:buSzPts val="1800"/>
              <a:buChar char="•"/>
              <a:defRPr/>
            </a:lvl5pPr>
            <a:lvl6pPr marL="1176709" lvl="5" indent="-147089" algn="l">
              <a:lnSpc>
                <a:spcPct val="90000"/>
              </a:lnSpc>
              <a:spcBef>
                <a:spcPts val="214"/>
              </a:spcBef>
              <a:spcAft>
                <a:spcPts val="0"/>
              </a:spcAft>
              <a:buClr>
                <a:schemeClr val="dk1"/>
              </a:buClr>
              <a:buSzPts val="1800"/>
              <a:buChar char="•"/>
              <a:defRPr/>
            </a:lvl6pPr>
            <a:lvl7pPr marL="1372827" lvl="6" indent="-147089" algn="l">
              <a:lnSpc>
                <a:spcPct val="90000"/>
              </a:lnSpc>
              <a:spcBef>
                <a:spcPts val="214"/>
              </a:spcBef>
              <a:spcAft>
                <a:spcPts val="0"/>
              </a:spcAft>
              <a:buClr>
                <a:schemeClr val="dk1"/>
              </a:buClr>
              <a:buSzPts val="1800"/>
              <a:buChar char="•"/>
              <a:defRPr/>
            </a:lvl7pPr>
            <a:lvl8pPr marL="1568945" lvl="7" indent="-147089" algn="l">
              <a:lnSpc>
                <a:spcPct val="90000"/>
              </a:lnSpc>
              <a:spcBef>
                <a:spcPts val="214"/>
              </a:spcBef>
              <a:spcAft>
                <a:spcPts val="0"/>
              </a:spcAft>
              <a:buClr>
                <a:schemeClr val="dk1"/>
              </a:buClr>
              <a:buSzPts val="1800"/>
              <a:buChar char="•"/>
              <a:defRPr/>
            </a:lvl8pPr>
            <a:lvl9pPr marL="1765063" lvl="8" indent="-147089" algn="l">
              <a:lnSpc>
                <a:spcPct val="90000"/>
              </a:lnSpc>
              <a:spcBef>
                <a:spcPts val="214"/>
              </a:spcBef>
              <a:spcAft>
                <a:spcPts val="0"/>
              </a:spcAft>
              <a:buClr>
                <a:schemeClr val="dk1"/>
              </a:buClr>
              <a:buSzPts val="1800"/>
              <a:buChar char="•"/>
              <a:defRPr/>
            </a:lvl9pPr>
          </a:lstStyle>
          <a:p>
            <a:endParaRPr/>
          </a:p>
        </p:txBody>
      </p:sp>
      <p:sp>
        <p:nvSpPr>
          <p:cNvPr id="53" name="Google Shape;53;p78"/>
          <p:cNvSpPr txBox="1">
            <a:spLocks noGrp="1"/>
          </p:cNvSpPr>
          <p:nvPr>
            <p:ph type="dt" idx="10"/>
          </p:nvPr>
        </p:nvSpPr>
        <p:spPr>
          <a:xfrm>
            <a:off x="613809" y="6206277"/>
            <a:ext cx="2008822" cy="3565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8"/>
          <p:cNvSpPr txBox="1">
            <a:spLocks noGrp="1"/>
          </p:cNvSpPr>
          <p:nvPr>
            <p:ph type="ftr" idx="11"/>
          </p:nvPr>
        </p:nvSpPr>
        <p:spPr>
          <a:xfrm>
            <a:off x="2957435" y="6206277"/>
            <a:ext cx="3013234" cy="3565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8"/>
          <p:cNvSpPr txBox="1">
            <a:spLocks noGrp="1"/>
          </p:cNvSpPr>
          <p:nvPr>
            <p:ph type="sldNum" idx="12"/>
          </p:nvPr>
        </p:nvSpPr>
        <p:spPr>
          <a:xfrm>
            <a:off x="6305473" y="6206277"/>
            <a:ext cx="2008822" cy="356503"/>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fld id="{00000000-1234-1234-1234-123412341234}"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6"/>
        <p:cNvGrpSpPr/>
        <p:nvPr/>
      </p:nvGrpSpPr>
      <p:grpSpPr>
        <a:xfrm>
          <a:off x="0" y="0"/>
          <a:ext cx="0" cy="0"/>
          <a:chOff x="0" y="0"/>
          <a:chExt cx="0" cy="0"/>
        </a:xfrm>
      </p:grpSpPr>
      <p:sp>
        <p:nvSpPr>
          <p:cNvPr id="57" name="Google Shape;57;p79"/>
          <p:cNvSpPr txBox="1">
            <a:spLocks noGrp="1"/>
          </p:cNvSpPr>
          <p:nvPr>
            <p:ph type="title"/>
          </p:nvPr>
        </p:nvSpPr>
        <p:spPr>
          <a:xfrm>
            <a:off x="613809" y="356512"/>
            <a:ext cx="7700486" cy="129426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79"/>
          <p:cNvSpPr txBox="1">
            <a:spLocks noGrp="1"/>
          </p:cNvSpPr>
          <p:nvPr>
            <p:ph type="dt" idx="10"/>
          </p:nvPr>
        </p:nvSpPr>
        <p:spPr>
          <a:xfrm>
            <a:off x="613809" y="6206277"/>
            <a:ext cx="2008822" cy="3565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9"/>
          <p:cNvSpPr txBox="1">
            <a:spLocks noGrp="1"/>
          </p:cNvSpPr>
          <p:nvPr>
            <p:ph type="ftr" idx="11"/>
          </p:nvPr>
        </p:nvSpPr>
        <p:spPr>
          <a:xfrm>
            <a:off x="2957435" y="6206277"/>
            <a:ext cx="3013234" cy="3565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9"/>
          <p:cNvSpPr txBox="1">
            <a:spLocks noGrp="1"/>
          </p:cNvSpPr>
          <p:nvPr>
            <p:ph type="sldNum" idx="12"/>
          </p:nvPr>
        </p:nvSpPr>
        <p:spPr>
          <a:xfrm>
            <a:off x="6305473" y="6206277"/>
            <a:ext cx="2008822" cy="356503"/>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fld id="{00000000-1234-1234-1234-123412341234}"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1"/>
        <p:cNvGrpSpPr/>
        <p:nvPr/>
      </p:nvGrpSpPr>
      <p:grpSpPr>
        <a:xfrm>
          <a:off x="0" y="0"/>
          <a:ext cx="0" cy="0"/>
          <a:chOff x="0" y="0"/>
          <a:chExt cx="0" cy="0"/>
        </a:xfrm>
      </p:grpSpPr>
      <p:sp>
        <p:nvSpPr>
          <p:cNvPr id="62" name="Google Shape;62;p80"/>
          <p:cNvSpPr txBox="1">
            <a:spLocks noGrp="1"/>
          </p:cNvSpPr>
          <p:nvPr>
            <p:ph type="dt" idx="10"/>
          </p:nvPr>
        </p:nvSpPr>
        <p:spPr>
          <a:xfrm>
            <a:off x="613809" y="6206277"/>
            <a:ext cx="2008822" cy="3565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80"/>
          <p:cNvSpPr txBox="1">
            <a:spLocks noGrp="1"/>
          </p:cNvSpPr>
          <p:nvPr>
            <p:ph type="ftr" idx="11"/>
          </p:nvPr>
        </p:nvSpPr>
        <p:spPr>
          <a:xfrm>
            <a:off x="2957435" y="6206277"/>
            <a:ext cx="3013234" cy="3565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80"/>
          <p:cNvSpPr txBox="1">
            <a:spLocks noGrp="1"/>
          </p:cNvSpPr>
          <p:nvPr>
            <p:ph type="sldNum" idx="12"/>
          </p:nvPr>
        </p:nvSpPr>
        <p:spPr>
          <a:xfrm>
            <a:off x="6305473" y="6206277"/>
            <a:ext cx="2008822" cy="356503"/>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fld id="{00000000-1234-1234-1234-123412341234}"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81"/>
          <p:cNvSpPr txBox="1">
            <a:spLocks noGrp="1"/>
          </p:cNvSpPr>
          <p:nvPr>
            <p:ph type="title"/>
          </p:nvPr>
        </p:nvSpPr>
        <p:spPr>
          <a:xfrm>
            <a:off x="614970" y="446408"/>
            <a:ext cx="2879545" cy="156241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137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81"/>
          <p:cNvSpPr>
            <a:spLocks noGrp="1"/>
          </p:cNvSpPr>
          <p:nvPr>
            <p:ph type="pic" idx="2"/>
          </p:nvPr>
        </p:nvSpPr>
        <p:spPr>
          <a:xfrm>
            <a:off x="3795606" y="964119"/>
            <a:ext cx="4519850" cy="4758554"/>
          </a:xfrm>
          <a:prstGeom prst="rect">
            <a:avLst/>
          </a:prstGeom>
          <a:noFill/>
          <a:ln>
            <a:noFill/>
          </a:ln>
        </p:spPr>
      </p:sp>
      <p:sp>
        <p:nvSpPr>
          <p:cNvPr id="68" name="Google Shape;68;p81"/>
          <p:cNvSpPr txBox="1">
            <a:spLocks noGrp="1"/>
          </p:cNvSpPr>
          <p:nvPr>
            <p:ph type="body" idx="1"/>
          </p:nvPr>
        </p:nvSpPr>
        <p:spPr>
          <a:xfrm>
            <a:off x="614970" y="2008822"/>
            <a:ext cx="2879545" cy="3721592"/>
          </a:xfrm>
          <a:prstGeom prst="rect">
            <a:avLst/>
          </a:prstGeom>
          <a:noFill/>
          <a:ln>
            <a:noFill/>
          </a:ln>
        </p:spPr>
        <p:txBody>
          <a:bodyPr spcFirstLastPara="1" wrap="square" lIns="91425" tIns="45700" rIns="91425" bIns="45700" anchor="t" anchorCtr="0">
            <a:normAutofit/>
          </a:bodyPr>
          <a:lstStyle>
            <a:lvl1pPr marL="196118" lvl="0" indent="-98060" algn="l">
              <a:lnSpc>
                <a:spcPct val="90000"/>
              </a:lnSpc>
              <a:spcBef>
                <a:spcPts val="430"/>
              </a:spcBef>
              <a:spcAft>
                <a:spcPts val="0"/>
              </a:spcAft>
              <a:buClr>
                <a:schemeClr val="dk1"/>
              </a:buClr>
              <a:buSzPts val="1600"/>
              <a:buNone/>
              <a:defRPr sz="686"/>
            </a:lvl1pPr>
            <a:lvl2pPr marL="392237" lvl="1" indent="-98060" algn="l">
              <a:lnSpc>
                <a:spcPct val="90000"/>
              </a:lnSpc>
              <a:spcBef>
                <a:spcPts val="214"/>
              </a:spcBef>
              <a:spcAft>
                <a:spcPts val="0"/>
              </a:spcAft>
              <a:buClr>
                <a:schemeClr val="dk1"/>
              </a:buClr>
              <a:buSzPts val="1400"/>
              <a:buNone/>
              <a:defRPr sz="601"/>
            </a:lvl2pPr>
            <a:lvl3pPr marL="588354" lvl="2" indent="-98060" algn="l">
              <a:lnSpc>
                <a:spcPct val="90000"/>
              </a:lnSpc>
              <a:spcBef>
                <a:spcPts val="214"/>
              </a:spcBef>
              <a:spcAft>
                <a:spcPts val="0"/>
              </a:spcAft>
              <a:buClr>
                <a:schemeClr val="dk1"/>
              </a:buClr>
              <a:buSzPts val="1200"/>
              <a:buNone/>
              <a:defRPr sz="514"/>
            </a:lvl3pPr>
            <a:lvl4pPr marL="784472" lvl="3" indent="-98060" algn="l">
              <a:lnSpc>
                <a:spcPct val="90000"/>
              </a:lnSpc>
              <a:spcBef>
                <a:spcPts val="214"/>
              </a:spcBef>
              <a:spcAft>
                <a:spcPts val="0"/>
              </a:spcAft>
              <a:buClr>
                <a:schemeClr val="dk1"/>
              </a:buClr>
              <a:buSzPts val="1000"/>
              <a:buNone/>
              <a:defRPr sz="430"/>
            </a:lvl4pPr>
            <a:lvl5pPr marL="980590" lvl="4" indent="-98060" algn="l">
              <a:lnSpc>
                <a:spcPct val="90000"/>
              </a:lnSpc>
              <a:spcBef>
                <a:spcPts val="214"/>
              </a:spcBef>
              <a:spcAft>
                <a:spcPts val="0"/>
              </a:spcAft>
              <a:buClr>
                <a:schemeClr val="dk1"/>
              </a:buClr>
              <a:buSzPts val="1000"/>
              <a:buNone/>
              <a:defRPr sz="430"/>
            </a:lvl5pPr>
            <a:lvl6pPr marL="1176709" lvl="5" indent="-98060" algn="l">
              <a:lnSpc>
                <a:spcPct val="90000"/>
              </a:lnSpc>
              <a:spcBef>
                <a:spcPts val="214"/>
              </a:spcBef>
              <a:spcAft>
                <a:spcPts val="0"/>
              </a:spcAft>
              <a:buClr>
                <a:schemeClr val="dk1"/>
              </a:buClr>
              <a:buSzPts val="1000"/>
              <a:buNone/>
              <a:defRPr sz="430"/>
            </a:lvl6pPr>
            <a:lvl7pPr marL="1372827" lvl="6" indent="-98060" algn="l">
              <a:lnSpc>
                <a:spcPct val="90000"/>
              </a:lnSpc>
              <a:spcBef>
                <a:spcPts val="214"/>
              </a:spcBef>
              <a:spcAft>
                <a:spcPts val="0"/>
              </a:spcAft>
              <a:buClr>
                <a:schemeClr val="dk1"/>
              </a:buClr>
              <a:buSzPts val="1000"/>
              <a:buNone/>
              <a:defRPr sz="430"/>
            </a:lvl7pPr>
            <a:lvl8pPr marL="1568945" lvl="7" indent="-98060" algn="l">
              <a:lnSpc>
                <a:spcPct val="90000"/>
              </a:lnSpc>
              <a:spcBef>
                <a:spcPts val="214"/>
              </a:spcBef>
              <a:spcAft>
                <a:spcPts val="0"/>
              </a:spcAft>
              <a:buClr>
                <a:schemeClr val="dk1"/>
              </a:buClr>
              <a:buSzPts val="1000"/>
              <a:buNone/>
              <a:defRPr sz="430"/>
            </a:lvl8pPr>
            <a:lvl9pPr marL="1765063" lvl="8" indent="-98060" algn="l">
              <a:lnSpc>
                <a:spcPct val="90000"/>
              </a:lnSpc>
              <a:spcBef>
                <a:spcPts val="214"/>
              </a:spcBef>
              <a:spcAft>
                <a:spcPts val="0"/>
              </a:spcAft>
              <a:buClr>
                <a:schemeClr val="dk1"/>
              </a:buClr>
              <a:buSzPts val="1000"/>
              <a:buNone/>
              <a:defRPr sz="430"/>
            </a:lvl9pPr>
          </a:lstStyle>
          <a:p>
            <a:endParaRPr/>
          </a:p>
        </p:txBody>
      </p:sp>
      <p:sp>
        <p:nvSpPr>
          <p:cNvPr id="69" name="Google Shape;69;p81"/>
          <p:cNvSpPr txBox="1">
            <a:spLocks noGrp="1"/>
          </p:cNvSpPr>
          <p:nvPr>
            <p:ph type="dt" idx="10"/>
          </p:nvPr>
        </p:nvSpPr>
        <p:spPr>
          <a:xfrm>
            <a:off x="613809" y="6206277"/>
            <a:ext cx="2008822" cy="3565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81"/>
          <p:cNvSpPr txBox="1">
            <a:spLocks noGrp="1"/>
          </p:cNvSpPr>
          <p:nvPr>
            <p:ph type="ftr" idx="11"/>
          </p:nvPr>
        </p:nvSpPr>
        <p:spPr>
          <a:xfrm>
            <a:off x="2957435" y="6206277"/>
            <a:ext cx="3013234" cy="3565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81"/>
          <p:cNvSpPr txBox="1">
            <a:spLocks noGrp="1"/>
          </p:cNvSpPr>
          <p:nvPr>
            <p:ph type="sldNum" idx="12"/>
          </p:nvPr>
        </p:nvSpPr>
        <p:spPr>
          <a:xfrm>
            <a:off x="6305473" y="6206277"/>
            <a:ext cx="2008822" cy="356503"/>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fld id="{00000000-1234-1234-1234-123412341234}"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82"/>
          <p:cNvSpPr txBox="1">
            <a:spLocks noGrp="1"/>
          </p:cNvSpPr>
          <p:nvPr>
            <p:ph type="title"/>
          </p:nvPr>
        </p:nvSpPr>
        <p:spPr>
          <a:xfrm>
            <a:off x="613809" y="356512"/>
            <a:ext cx="7700486" cy="129426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82"/>
          <p:cNvSpPr txBox="1">
            <a:spLocks noGrp="1"/>
          </p:cNvSpPr>
          <p:nvPr>
            <p:ph type="body" idx="1"/>
          </p:nvPr>
        </p:nvSpPr>
        <p:spPr>
          <a:xfrm rot="5400000">
            <a:off x="2339752" y="56577"/>
            <a:ext cx="4248598" cy="7700486"/>
          </a:xfrm>
          <a:prstGeom prst="rect">
            <a:avLst/>
          </a:prstGeom>
          <a:noFill/>
          <a:ln>
            <a:noFill/>
          </a:ln>
        </p:spPr>
        <p:txBody>
          <a:bodyPr spcFirstLastPara="1" wrap="square" lIns="91425" tIns="45700" rIns="91425" bIns="45700" anchor="t" anchorCtr="0">
            <a:normAutofit/>
          </a:bodyPr>
          <a:lstStyle>
            <a:lvl1pPr marL="196118" lvl="0" indent="-147089" algn="l">
              <a:lnSpc>
                <a:spcPct val="90000"/>
              </a:lnSpc>
              <a:spcBef>
                <a:spcPts val="430"/>
              </a:spcBef>
              <a:spcAft>
                <a:spcPts val="0"/>
              </a:spcAft>
              <a:buClr>
                <a:schemeClr val="dk1"/>
              </a:buClr>
              <a:buSzPts val="1800"/>
              <a:buChar char="•"/>
              <a:defRPr/>
            </a:lvl1pPr>
            <a:lvl2pPr marL="392237" lvl="1" indent="-147089" algn="l">
              <a:lnSpc>
                <a:spcPct val="90000"/>
              </a:lnSpc>
              <a:spcBef>
                <a:spcPts val="214"/>
              </a:spcBef>
              <a:spcAft>
                <a:spcPts val="0"/>
              </a:spcAft>
              <a:buClr>
                <a:schemeClr val="dk1"/>
              </a:buClr>
              <a:buSzPts val="1800"/>
              <a:buChar char="•"/>
              <a:defRPr/>
            </a:lvl2pPr>
            <a:lvl3pPr marL="588354" lvl="2" indent="-147089" algn="l">
              <a:lnSpc>
                <a:spcPct val="90000"/>
              </a:lnSpc>
              <a:spcBef>
                <a:spcPts val="214"/>
              </a:spcBef>
              <a:spcAft>
                <a:spcPts val="0"/>
              </a:spcAft>
              <a:buClr>
                <a:schemeClr val="dk1"/>
              </a:buClr>
              <a:buSzPts val="1800"/>
              <a:buChar char="•"/>
              <a:defRPr/>
            </a:lvl3pPr>
            <a:lvl4pPr marL="784472" lvl="3" indent="-147089" algn="l">
              <a:lnSpc>
                <a:spcPct val="90000"/>
              </a:lnSpc>
              <a:spcBef>
                <a:spcPts val="214"/>
              </a:spcBef>
              <a:spcAft>
                <a:spcPts val="0"/>
              </a:spcAft>
              <a:buClr>
                <a:schemeClr val="dk1"/>
              </a:buClr>
              <a:buSzPts val="1800"/>
              <a:buChar char="•"/>
              <a:defRPr/>
            </a:lvl4pPr>
            <a:lvl5pPr marL="980590" lvl="4" indent="-147089" algn="l">
              <a:lnSpc>
                <a:spcPct val="90000"/>
              </a:lnSpc>
              <a:spcBef>
                <a:spcPts val="214"/>
              </a:spcBef>
              <a:spcAft>
                <a:spcPts val="0"/>
              </a:spcAft>
              <a:buClr>
                <a:schemeClr val="dk1"/>
              </a:buClr>
              <a:buSzPts val="1800"/>
              <a:buChar char="•"/>
              <a:defRPr/>
            </a:lvl5pPr>
            <a:lvl6pPr marL="1176709" lvl="5" indent="-147089" algn="l">
              <a:lnSpc>
                <a:spcPct val="90000"/>
              </a:lnSpc>
              <a:spcBef>
                <a:spcPts val="214"/>
              </a:spcBef>
              <a:spcAft>
                <a:spcPts val="0"/>
              </a:spcAft>
              <a:buClr>
                <a:schemeClr val="dk1"/>
              </a:buClr>
              <a:buSzPts val="1800"/>
              <a:buChar char="•"/>
              <a:defRPr/>
            </a:lvl6pPr>
            <a:lvl7pPr marL="1372827" lvl="6" indent="-147089" algn="l">
              <a:lnSpc>
                <a:spcPct val="90000"/>
              </a:lnSpc>
              <a:spcBef>
                <a:spcPts val="214"/>
              </a:spcBef>
              <a:spcAft>
                <a:spcPts val="0"/>
              </a:spcAft>
              <a:buClr>
                <a:schemeClr val="dk1"/>
              </a:buClr>
              <a:buSzPts val="1800"/>
              <a:buChar char="•"/>
              <a:defRPr/>
            </a:lvl7pPr>
            <a:lvl8pPr marL="1568945" lvl="7" indent="-147089" algn="l">
              <a:lnSpc>
                <a:spcPct val="90000"/>
              </a:lnSpc>
              <a:spcBef>
                <a:spcPts val="214"/>
              </a:spcBef>
              <a:spcAft>
                <a:spcPts val="0"/>
              </a:spcAft>
              <a:buClr>
                <a:schemeClr val="dk1"/>
              </a:buClr>
              <a:buSzPts val="1800"/>
              <a:buChar char="•"/>
              <a:defRPr/>
            </a:lvl8pPr>
            <a:lvl9pPr marL="1765063" lvl="8" indent="-147089" algn="l">
              <a:lnSpc>
                <a:spcPct val="90000"/>
              </a:lnSpc>
              <a:spcBef>
                <a:spcPts val="214"/>
              </a:spcBef>
              <a:spcAft>
                <a:spcPts val="0"/>
              </a:spcAft>
              <a:buClr>
                <a:schemeClr val="dk1"/>
              </a:buClr>
              <a:buSzPts val="1800"/>
              <a:buChar char="•"/>
              <a:defRPr/>
            </a:lvl9pPr>
          </a:lstStyle>
          <a:p>
            <a:endParaRPr/>
          </a:p>
        </p:txBody>
      </p:sp>
      <p:sp>
        <p:nvSpPr>
          <p:cNvPr id="75" name="Google Shape;75;p82"/>
          <p:cNvSpPr txBox="1">
            <a:spLocks noGrp="1"/>
          </p:cNvSpPr>
          <p:nvPr>
            <p:ph type="dt" idx="10"/>
          </p:nvPr>
        </p:nvSpPr>
        <p:spPr>
          <a:xfrm>
            <a:off x="613809" y="6206277"/>
            <a:ext cx="2008822" cy="3565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82"/>
          <p:cNvSpPr txBox="1">
            <a:spLocks noGrp="1"/>
          </p:cNvSpPr>
          <p:nvPr>
            <p:ph type="ftr" idx="11"/>
          </p:nvPr>
        </p:nvSpPr>
        <p:spPr>
          <a:xfrm>
            <a:off x="2957435" y="6206277"/>
            <a:ext cx="3013234" cy="3565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82"/>
          <p:cNvSpPr txBox="1">
            <a:spLocks noGrp="1"/>
          </p:cNvSpPr>
          <p:nvPr>
            <p:ph type="sldNum" idx="12"/>
          </p:nvPr>
        </p:nvSpPr>
        <p:spPr>
          <a:xfrm>
            <a:off x="6305473" y="6206277"/>
            <a:ext cx="2008822" cy="356503"/>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fld id="{00000000-1234-1234-1234-123412341234}"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83"/>
          <p:cNvSpPr txBox="1">
            <a:spLocks noGrp="1"/>
          </p:cNvSpPr>
          <p:nvPr>
            <p:ph type="title"/>
          </p:nvPr>
        </p:nvSpPr>
        <p:spPr>
          <a:xfrm rot="5400000">
            <a:off x="4514425" y="2231254"/>
            <a:ext cx="5674614" cy="192512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83"/>
          <p:cNvSpPr txBox="1">
            <a:spLocks noGrp="1"/>
          </p:cNvSpPr>
          <p:nvPr>
            <p:ph type="body" idx="1"/>
          </p:nvPr>
        </p:nvSpPr>
        <p:spPr>
          <a:xfrm rot="5400000">
            <a:off x="608383" y="361934"/>
            <a:ext cx="5674614" cy="5663763"/>
          </a:xfrm>
          <a:prstGeom prst="rect">
            <a:avLst/>
          </a:prstGeom>
          <a:noFill/>
          <a:ln>
            <a:noFill/>
          </a:ln>
        </p:spPr>
        <p:txBody>
          <a:bodyPr spcFirstLastPara="1" wrap="square" lIns="91425" tIns="45700" rIns="91425" bIns="45700" anchor="t" anchorCtr="0">
            <a:normAutofit/>
          </a:bodyPr>
          <a:lstStyle>
            <a:lvl1pPr marL="196118" lvl="0" indent="-147089" algn="l">
              <a:lnSpc>
                <a:spcPct val="90000"/>
              </a:lnSpc>
              <a:spcBef>
                <a:spcPts val="430"/>
              </a:spcBef>
              <a:spcAft>
                <a:spcPts val="0"/>
              </a:spcAft>
              <a:buClr>
                <a:schemeClr val="dk1"/>
              </a:buClr>
              <a:buSzPts val="1800"/>
              <a:buChar char="•"/>
              <a:defRPr/>
            </a:lvl1pPr>
            <a:lvl2pPr marL="392237" lvl="1" indent="-147089" algn="l">
              <a:lnSpc>
                <a:spcPct val="90000"/>
              </a:lnSpc>
              <a:spcBef>
                <a:spcPts val="214"/>
              </a:spcBef>
              <a:spcAft>
                <a:spcPts val="0"/>
              </a:spcAft>
              <a:buClr>
                <a:schemeClr val="dk1"/>
              </a:buClr>
              <a:buSzPts val="1800"/>
              <a:buChar char="•"/>
              <a:defRPr/>
            </a:lvl2pPr>
            <a:lvl3pPr marL="588354" lvl="2" indent="-147089" algn="l">
              <a:lnSpc>
                <a:spcPct val="90000"/>
              </a:lnSpc>
              <a:spcBef>
                <a:spcPts val="214"/>
              </a:spcBef>
              <a:spcAft>
                <a:spcPts val="0"/>
              </a:spcAft>
              <a:buClr>
                <a:schemeClr val="dk1"/>
              </a:buClr>
              <a:buSzPts val="1800"/>
              <a:buChar char="•"/>
              <a:defRPr/>
            </a:lvl3pPr>
            <a:lvl4pPr marL="784472" lvl="3" indent="-147089" algn="l">
              <a:lnSpc>
                <a:spcPct val="90000"/>
              </a:lnSpc>
              <a:spcBef>
                <a:spcPts val="214"/>
              </a:spcBef>
              <a:spcAft>
                <a:spcPts val="0"/>
              </a:spcAft>
              <a:buClr>
                <a:schemeClr val="dk1"/>
              </a:buClr>
              <a:buSzPts val="1800"/>
              <a:buChar char="•"/>
              <a:defRPr/>
            </a:lvl4pPr>
            <a:lvl5pPr marL="980590" lvl="4" indent="-147089" algn="l">
              <a:lnSpc>
                <a:spcPct val="90000"/>
              </a:lnSpc>
              <a:spcBef>
                <a:spcPts val="214"/>
              </a:spcBef>
              <a:spcAft>
                <a:spcPts val="0"/>
              </a:spcAft>
              <a:buClr>
                <a:schemeClr val="dk1"/>
              </a:buClr>
              <a:buSzPts val="1800"/>
              <a:buChar char="•"/>
              <a:defRPr/>
            </a:lvl5pPr>
            <a:lvl6pPr marL="1176709" lvl="5" indent="-147089" algn="l">
              <a:lnSpc>
                <a:spcPct val="90000"/>
              </a:lnSpc>
              <a:spcBef>
                <a:spcPts val="214"/>
              </a:spcBef>
              <a:spcAft>
                <a:spcPts val="0"/>
              </a:spcAft>
              <a:buClr>
                <a:schemeClr val="dk1"/>
              </a:buClr>
              <a:buSzPts val="1800"/>
              <a:buChar char="•"/>
              <a:defRPr/>
            </a:lvl6pPr>
            <a:lvl7pPr marL="1372827" lvl="6" indent="-147089" algn="l">
              <a:lnSpc>
                <a:spcPct val="90000"/>
              </a:lnSpc>
              <a:spcBef>
                <a:spcPts val="214"/>
              </a:spcBef>
              <a:spcAft>
                <a:spcPts val="0"/>
              </a:spcAft>
              <a:buClr>
                <a:schemeClr val="dk1"/>
              </a:buClr>
              <a:buSzPts val="1800"/>
              <a:buChar char="•"/>
              <a:defRPr/>
            </a:lvl7pPr>
            <a:lvl8pPr marL="1568945" lvl="7" indent="-147089" algn="l">
              <a:lnSpc>
                <a:spcPct val="90000"/>
              </a:lnSpc>
              <a:spcBef>
                <a:spcPts val="214"/>
              </a:spcBef>
              <a:spcAft>
                <a:spcPts val="0"/>
              </a:spcAft>
              <a:buClr>
                <a:schemeClr val="dk1"/>
              </a:buClr>
              <a:buSzPts val="1800"/>
              <a:buChar char="•"/>
              <a:defRPr/>
            </a:lvl8pPr>
            <a:lvl9pPr marL="1765063" lvl="8" indent="-147089" algn="l">
              <a:lnSpc>
                <a:spcPct val="90000"/>
              </a:lnSpc>
              <a:spcBef>
                <a:spcPts val="214"/>
              </a:spcBef>
              <a:spcAft>
                <a:spcPts val="0"/>
              </a:spcAft>
              <a:buClr>
                <a:schemeClr val="dk1"/>
              </a:buClr>
              <a:buSzPts val="1800"/>
              <a:buChar char="•"/>
              <a:defRPr/>
            </a:lvl9pPr>
          </a:lstStyle>
          <a:p>
            <a:endParaRPr/>
          </a:p>
        </p:txBody>
      </p:sp>
      <p:sp>
        <p:nvSpPr>
          <p:cNvPr id="81" name="Google Shape;81;p83"/>
          <p:cNvSpPr txBox="1">
            <a:spLocks noGrp="1"/>
          </p:cNvSpPr>
          <p:nvPr>
            <p:ph type="dt" idx="10"/>
          </p:nvPr>
        </p:nvSpPr>
        <p:spPr>
          <a:xfrm>
            <a:off x="613809" y="6206277"/>
            <a:ext cx="2008822" cy="3565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83"/>
          <p:cNvSpPr txBox="1">
            <a:spLocks noGrp="1"/>
          </p:cNvSpPr>
          <p:nvPr>
            <p:ph type="ftr" idx="11"/>
          </p:nvPr>
        </p:nvSpPr>
        <p:spPr>
          <a:xfrm>
            <a:off x="2957435" y="6206277"/>
            <a:ext cx="3013234" cy="3565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83"/>
          <p:cNvSpPr txBox="1">
            <a:spLocks noGrp="1"/>
          </p:cNvSpPr>
          <p:nvPr>
            <p:ph type="sldNum" idx="12"/>
          </p:nvPr>
        </p:nvSpPr>
        <p:spPr>
          <a:xfrm>
            <a:off x="6305473" y="6206277"/>
            <a:ext cx="2008822" cy="356503"/>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fld id="{00000000-1234-1234-1234-123412341234}"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Shape 9"/>
        <p:cNvGrpSpPr/>
        <p:nvPr/>
      </p:nvGrpSpPr>
      <p:grpSpPr>
        <a:xfrm>
          <a:off x="0" y="0"/>
          <a:ext cx="0" cy="0"/>
          <a:chOff x="0" y="0"/>
          <a:chExt cx="0" cy="0"/>
        </a:xfrm>
      </p:grpSpPr>
      <p:sp>
        <p:nvSpPr>
          <p:cNvPr id="10" name="Google Shape;10;p72"/>
          <p:cNvSpPr txBox="1">
            <a:spLocks noGrp="1"/>
          </p:cNvSpPr>
          <p:nvPr>
            <p:ph type="title"/>
          </p:nvPr>
        </p:nvSpPr>
        <p:spPr>
          <a:xfrm>
            <a:off x="613809" y="356512"/>
            <a:ext cx="7700486" cy="1294265"/>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72"/>
          <p:cNvSpPr txBox="1">
            <a:spLocks noGrp="1"/>
          </p:cNvSpPr>
          <p:nvPr>
            <p:ph type="body" idx="1"/>
          </p:nvPr>
        </p:nvSpPr>
        <p:spPr>
          <a:xfrm>
            <a:off x="613809" y="1782521"/>
            <a:ext cx="7700486" cy="424859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72"/>
          <p:cNvSpPr txBox="1">
            <a:spLocks noGrp="1"/>
          </p:cNvSpPr>
          <p:nvPr>
            <p:ph type="dt" idx="10"/>
          </p:nvPr>
        </p:nvSpPr>
        <p:spPr>
          <a:xfrm>
            <a:off x="613809" y="6206277"/>
            <a:ext cx="2008822" cy="35650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514"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772"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772"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772"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772"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772"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772"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772"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772" b="0" i="0" u="none" strike="noStrike" cap="none">
                <a:solidFill>
                  <a:schemeClr val="dk1"/>
                </a:solidFill>
                <a:latin typeface="Arial"/>
                <a:ea typeface="Arial"/>
                <a:cs typeface="Arial"/>
                <a:sym typeface="Arial"/>
              </a:defRPr>
            </a:lvl9pPr>
          </a:lstStyle>
          <a:p>
            <a:endParaRPr/>
          </a:p>
        </p:txBody>
      </p:sp>
      <p:sp>
        <p:nvSpPr>
          <p:cNvPr id="13" name="Google Shape;13;p72"/>
          <p:cNvSpPr txBox="1">
            <a:spLocks noGrp="1"/>
          </p:cNvSpPr>
          <p:nvPr>
            <p:ph type="ftr" idx="11"/>
          </p:nvPr>
        </p:nvSpPr>
        <p:spPr>
          <a:xfrm>
            <a:off x="2957435" y="6206277"/>
            <a:ext cx="3013234" cy="356503"/>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514"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772"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772"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772"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772"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772"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772"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772"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772" b="0" i="0" u="none" strike="noStrike" cap="none">
                <a:solidFill>
                  <a:schemeClr val="dk1"/>
                </a:solidFill>
                <a:latin typeface="Arial"/>
                <a:ea typeface="Arial"/>
                <a:cs typeface="Arial"/>
                <a:sym typeface="Arial"/>
              </a:defRPr>
            </a:lvl9pPr>
          </a:lstStyle>
          <a:p>
            <a:endParaRPr/>
          </a:p>
        </p:txBody>
      </p:sp>
      <p:sp>
        <p:nvSpPr>
          <p:cNvPr id="14" name="Google Shape;14;p72"/>
          <p:cNvSpPr txBox="1">
            <a:spLocks noGrp="1"/>
          </p:cNvSpPr>
          <p:nvPr>
            <p:ph type="sldNum" idx="12"/>
          </p:nvPr>
        </p:nvSpPr>
        <p:spPr>
          <a:xfrm>
            <a:off x="6305473" y="6206277"/>
            <a:ext cx="2008822" cy="356503"/>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514"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514"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514"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514"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514"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514"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514"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514"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514" b="0" i="0" u="none" strike="noStrike" cap="none">
                <a:solidFill>
                  <a:srgbClr val="888888"/>
                </a:solidFill>
                <a:latin typeface="Arial"/>
                <a:ea typeface="Arial"/>
                <a:cs typeface="Arial"/>
                <a:sym typeface="Arial"/>
              </a:defRPr>
            </a:lvl9pPr>
          </a:lstStyle>
          <a:p>
            <a:fld id="{00000000-1234-1234-1234-123412341234}" type="slidenum">
              <a:rPr lang="en-US" smtClean="0"/>
              <a:pPr/>
              <a:t>‹Nº›</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601"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a:spLocks noGrp="1"/>
          </p:cNvSpPr>
          <p:nvPr>
            <p:ph type="subTitle" idx="1"/>
          </p:nvPr>
        </p:nvSpPr>
        <p:spPr>
          <a:xfrm>
            <a:off x="1944914" y="2464315"/>
            <a:ext cx="5370286" cy="710199"/>
          </a:xfrm>
          <a:prstGeom prst="rect">
            <a:avLst/>
          </a:prstGeom>
          <a:solidFill>
            <a:srgbClr val="0070C0"/>
          </a:solidFill>
          <a:ln>
            <a:noFill/>
          </a:ln>
        </p:spPr>
        <p:txBody>
          <a:bodyPr spcFirstLastPara="1" wrap="square" lIns="39215" tIns="19602" rIns="39215" bIns="19602" anchor="t" anchorCtr="0">
            <a:noAutofit/>
          </a:bodyPr>
          <a:lstStyle/>
          <a:p>
            <a:pPr marL="0" indent="0">
              <a:spcBef>
                <a:spcPts val="0"/>
              </a:spcBef>
            </a:pPr>
            <a:r>
              <a:rPr lang="en-US" sz="2400" dirty="0" err="1">
                <a:solidFill>
                  <a:schemeClr val="bg1"/>
                </a:solidFill>
              </a:rPr>
              <a:t>Lenguaje</a:t>
            </a:r>
            <a:r>
              <a:rPr lang="en-US" sz="2400" dirty="0">
                <a:solidFill>
                  <a:schemeClr val="bg1"/>
                </a:solidFill>
              </a:rPr>
              <a:t> SQL (Structured Query Language)</a:t>
            </a:r>
            <a:endParaRPr sz="2400" dirty="0">
              <a:solidFill>
                <a:schemeClr val="bg1"/>
              </a:solidFill>
            </a:endParaRPr>
          </a:p>
        </p:txBody>
      </p:sp>
      <p:sp>
        <p:nvSpPr>
          <p:cNvPr id="90" name="Google Shape;90;p1"/>
          <p:cNvSpPr txBox="1">
            <a:spLocks noGrp="1"/>
          </p:cNvSpPr>
          <p:nvPr>
            <p:ph type="sldNum" idx="12"/>
          </p:nvPr>
        </p:nvSpPr>
        <p:spPr>
          <a:xfrm>
            <a:off x="5272982" y="4603653"/>
            <a:ext cx="882471" cy="156611"/>
          </a:xfrm>
          <a:prstGeom prst="rect">
            <a:avLst/>
          </a:prstGeom>
          <a:noFill/>
          <a:ln>
            <a:noFill/>
          </a:ln>
        </p:spPr>
        <p:txBody>
          <a:bodyPr spcFirstLastPara="1" wrap="square" lIns="39215" tIns="19602" rIns="39215" bIns="19602" anchor="ctr" anchorCtr="0">
            <a:noAutofit/>
          </a:bodyPr>
          <a:lstStyle/>
          <a:p>
            <a:fld id="{00000000-1234-1234-1234-123412341234}" type="slidenum">
              <a:rPr lang="en-US"/>
              <a:pP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283936" y="754744"/>
            <a:ext cx="1936750" cy="391884"/>
          </a:xfrm>
          <a:prstGeom prst="rect">
            <a:avLst/>
          </a:prstGeom>
          <a:noFill/>
          <a:ln>
            <a:noFill/>
          </a:ln>
        </p:spPr>
        <p:txBody>
          <a:bodyPr spcFirstLastPara="1" wrap="square" lIns="39215" tIns="19602" rIns="39215" bIns="19602" anchor="b" anchorCtr="0">
            <a:normAutofit/>
          </a:bodyPr>
          <a:lstStyle/>
          <a:p>
            <a:r>
              <a:rPr lang="en-US" sz="2400" dirty="0" err="1"/>
              <a:t>Introducción</a:t>
            </a:r>
            <a:endParaRPr sz="2400" dirty="0"/>
          </a:p>
        </p:txBody>
      </p:sp>
      <p:sp>
        <p:nvSpPr>
          <p:cNvPr id="96" name="Google Shape;96;p2"/>
          <p:cNvSpPr txBox="1">
            <a:spLocks noGrp="1"/>
          </p:cNvSpPr>
          <p:nvPr>
            <p:ph type="body" idx="1"/>
          </p:nvPr>
        </p:nvSpPr>
        <p:spPr>
          <a:xfrm>
            <a:off x="283935" y="1221563"/>
            <a:ext cx="8360229" cy="2004326"/>
          </a:xfrm>
          <a:prstGeom prst="rect">
            <a:avLst/>
          </a:prstGeom>
          <a:noFill/>
          <a:ln>
            <a:noFill/>
          </a:ln>
        </p:spPr>
        <p:txBody>
          <a:bodyPr spcFirstLastPara="1" wrap="square" lIns="39215" tIns="19602" rIns="39215" bIns="19602" anchor="t" anchorCtr="0">
            <a:noAutofit/>
          </a:bodyPr>
          <a:lstStyle/>
          <a:p>
            <a:pPr marL="98060" indent="-98060">
              <a:spcBef>
                <a:spcPts val="0"/>
              </a:spcBef>
              <a:buSzPct val="100000"/>
            </a:pPr>
            <a:r>
              <a:rPr lang="en-US" sz="1800" dirty="0" err="1"/>
              <a:t>Resultado</a:t>
            </a:r>
            <a:r>
              <a:rPr lang="en-US" sz="1800" dirty="0"/>
              <a:t> del </a:t>
            </a:r>
            <a:r>
              <a:rPr lang="en-US" sz="1800" dirty="0" err="1"/>
              <a:t>esfuerzo</a:t>
            </a:r>
            <a:r>
              <a:rPr lang="en-US" sz="1800" dirty="0"/>
              <a:t> conjunto de dos </a:t>
            </a:r>
            <a:r>
              <a:rPr lang="en-US" sz="1800" dirty="0" err="1"/>
              <a:t>grupos</a:t>
            </a:r>
            <a:r>
              <a:rPr lang="en-US" sz="1800" dirty="0"/>
              <a:t>:</a:t>
            </a:r>
            <a:endParaRPr sz="1800" dirty="0"/>
          </a:p>
          <a:p>
            <a:pPr marL="294178" lvl="1" indent="-98060">
              <a:buSzPct val="100000"/>
            </a:pPr>
            <a:r>
              <a:rPr lang="en-US" sz="1800" dirty="0"/>
              <a:t> ANSI – American National </a:t>
            </a:r>
            <a:r>
              <a:rPr lang="en-US" sz="1800" dirty="0" err="1"/>
              <a:t>Standars</a:t>
            </a:r>
            <a:r>
              <a:rPr lang="en-US" sz="1800" dirty="0"/>
              <a:t> Institute</a:t>
            </a:r>
            <a:endParaRPr sz="1800" dirty="0"/>
          </a:p>
          <a:p>
            <a:pPr marL="294178" lvl="1" indent="-98060">
              <a:buSzPct val="100000"/>
            </a:pPr>
            <a:r>
              <a:rPr lang="en-US" sz="1800" dirty="0"/>
              <a:t> ISO   – International Standards </a:t>
            </a:r>
            <a:r>
              <a:rPr lang="en-US" sz="1800" dirty="0" err="1"/>
              <a:t>Organitation</a:t>
            </a:r>
            <a:endParaRPr sz="1800" dirty="0"/>
          </a:p>
          <a:p>
            <a:pPr marL="98060" indent="-98060" algn="just">
              <a:buSzPct val="100000"/>
            </a:pPr>
            <a:r>
              <a:rPr lang="en-US" sz="1800" dirty="0"/>
              <a:t>Es un </a:t>
            </a:r>
            <a:r>
              <a:rPr lang="en-US" sz="1800" dirty="0" err="1"/>
              <a:t>lenguaje</a:t>
            </a:r>
            <a:r>
              <a:rPr lang="en-US" sz="1800" dirty="0"/>
              <a:t> </a:t>
            </a:r>
            <a:r>
              <a:rPr lang="en-US" sz="1800" dirty="0" err="1"/>
              <a:t>declarativo</a:t>
            </a:r>
            <a:r>
              <a:rPr lang="en-US" sz="1800" dirty="0"/>
              <a:t> (no procedural), es </a:t>
            </a:r>
            <a:r>
              <a:rPr lang="en-US" sz="1800" dirty="0" err="1"/>
              <a:t>decir</a:t>
            </a:r>
            <a:r>
              <a:rPr lang="en-US" sz="1800" dirty="0"/>
              <a:t>, se indica “que” se </a:t>
            </a:r>
            <a:r>
              <a:rPr lang="en-US" sz="1800" dirty="0" err="1"/>
              <a:t>busca</a:t>
            </a:r>
            <a:r>
              <a:rPr lang="en-US" sz="1800" dirty="0"/>
              <a:t> </a:t>
            </a:r>
            <a:r>
              <a:rPr lang="en-US" sz="1800" dirty="0" err="1"/>
              <a:t>pero</a:t>
            </a:r>
            <a:r>
              <a:rPr lang="en-US" sz="1800" dirty="0"/>
              <a:t> no </a:t>
            </a:r>
            <a:r>
              <a:rPr lang="en-US" sz="1800" dirty="0" err="1"/>
              <a:t>el</a:t>
            </a:r>
            <a:r>
              <a:rPr lang="en-US" sz="1800" dirty="0"/>
              <a:t> “</a:t>
            </a:r>
            <a:r>
              <a:rPr lang="en-US" sz="1800" dirty="0" err="1"/>
              <a:t>como</a:t>
            </a:r>
            <a:r>
              <a:rPr lang="en-US" sz="1800" dirty="0"/>
              <a:t>”</a:t>
            </a:r>
            <a:endParaRPr sz="1800" dirty="0"/>
          </a:p>
          <a:p>
            <a:pPr marL="98060" indent="-17432">
              <a:buSzPct val="100000"/>
              <a:buNone/>
            </a:pPr>
            <a:endParaRPr sz="1800" dirty="0"/>
          </a:p>
        </p:txBody>
      </p:sp>
      <p:sp>
        <p:nvSpPr>
          <p:cNvPr id="97" name="Google Shape;97;p2"/>
          <p:cNvSpPr txBox="1">
            <a:spLocks noGrp="1"/>
          </p:cNvSpPr>
          <p:nvPr>
            <p:ph type="sldNum" idx="12"/>
          </p:nvPr>
        </p:nvSpPr>
        <p:spPr>
          <a:xfrm>
            <a:off x="5272982" y="4603653"/>
            <a:ext cx="882471" cy="156611"/>
          </a:xfrm>
          <a:prstGeom prst="rect">
            <a:avLst/>
          </a:prstGeom>
          <a:noFill/>
          <a:ln>
            <a:noFill/>
          </a:ln>
        </p:spPr>
        <p:txBody>
          <a:bodyPr spcFirstLastPara="1" wrap="square" lIns="39215" tIns="19602" rIns="39215" bIns="19602" anchor="ctr" anchorCtr="0">
            <a:normAutofit/>
          </a:bodyPr>
          <a:lstStyle/>
          <a:p>
            <a:fld id="{00000000-1234-1234-1234-123412341234}" type="slidenum">
              <a:rPr lang="en-US"/>
              <a:pPr/>
              <a:t>2</a:t>
            </a:fld>
            <a:endParaRPr/>
          </a:p>
        </p:txBody>
      </p:sp>
      <p:sp>
        <p:nvSpPr>
          <p:cNvPr id="2" name="Google Shape;110;p4">
            <a:extLst>
              <a:ext uri="{FF2B5EF4-FFF2-40B4-BE49-F238E27FC236}">
                <a16:creationId xmlns:a16="http://schemas.microsoft.com/office/drawing/2014/main" xmlns="" id="{4C9E9DAC-ACB5-B3FD-9BCC-A871966327D4}"/>
              </a:ext>
            </a:extLst>
          </p:cNvPr>
          <p:cNvSpPr txBox="1">
            <a:spLocks/>
          </p:cNvSpPr>
          <p:nvPr/>
        </p:nvSpPr>
        <p:spPr>
          <a:xfrm>
            <a:off x="421844" y="3225889"/>
            <a:ext cx="1491784" cy="356196"/>
          </a:xfrm>
          <a:prstGeom prst="rect">
            <a:avLst/>
          </a:prstGeom>
          <a:noFill/>
          <a:ln>
            <a:noFill/>
          </a:ln>
        </p:spPr>
        <p:txBody>
          <a:bodyPr spcFirstLastPara="1" wrap="square" lIns="39215" tIns="19602" rIns="39215" bIns="19602" anchor="b" anchorCtr="0">
            <a:normAutofit fontScale="975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200"/>
              <a:buFont typeface="Calibri"/>
              <a:buNone/>
              <a:defRPr sz="1373"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400"/>
              <a:t>SQL</a:t>
            </a:r>
            <a:endParaRPr lang="en-US" sz="2400" dirty="0"/>
          </a:p>
        </p:txBody>
      </p:sp>
      <p:sp>
        <p:nvSpPr>
          <p:cNvPr id="3" name="Google Shape;111;p4">
            <a:extLst>
              <a:ext uri="{FF2B5EF4-FFF2-40B4-BE49-F238E27FC236}">
                <a16:creationId xmlns:a16="http://schemas.microsoft.com/office/drawing/2014/main" xmlns="" id="{255D22C6-6716-DACE-B3C8-43F061F7C075}"/>
              </a:ext>
            </a:extLst>
          </p:cNvPr>
          <p:cNvSpPr txBox="1">
            <a:spLocks/>
          </p:cNvSpPr>
          <p:nvPr/>
        </p:nvSpPr>
        <p:spPr>
          <a:xfrm>
            <a:off x="421844" y="3880470"/>
            <a:ext cx="8316684" cy="1682220"/>
          </a:xfrm>
          <a:prstGeom prst="rect">
            <a:avLst/>
          </a:prstGeom>
          <a:noFill/>
          <a:ln>
            <a:noFill/>
          </a:ln>
        </p:spPr>
        <p:txBody>
          <a:bodyPr spcFirstLastPara="1" wrap="square" lIns="39215" tIns="19602" rIns="39215" bIns="19602" anchor="t" anchorCtr="0">
            <a:noAutofit/>
          </a:bodyPr>
          <a:lstStyle>
            <a:defPPr marR="0" lvl="0" algn="l" rtl="0">
              <a:lnSpc>
                <a:spcPct val="100000"/>
              </a:lnSpc>
              <a:spcBef>
                <a:spcPts val="0"/>
              </a:spcBef>
              <a:spcAft>
                <a:spcPts val="0"/>
              </a:spcAft>
            </a:defPPr>
            <a:lvl1pPr marL="196118" marR="0" lvl="0" indent="-185224" algn="l" rtl="0">
              <a:lnSpc>
                <a:spcPct val="90000"/>
              </a:lnSpc>
              <a:spcBef>
                <a:spcPts val="430"/>
              </a:spcBef>
              <a:spcAft>
                <a:spcPts val="0"/>
              </a:spcAft>
              <a:buClr>
                <a:schemeClr val="dk1"/>
              </a:buClr>
              <a:buSzPts val="3200"/>
              <a:buFont typeface="Arial"/>
              <a:buChar char="•"/>
              <a:defRPr sz="1373" b="0" i="0" u="none" strike="noStrike" cap="none">
                <a:solidFill>
                  <a:schemeClr val="dk1"/>
                </a:solidFill>
                <a:latin typeface="Calibri"/>
                <a:ea typeface="Calibri"/>
                <a:cs typeface="Calibri"/>
                <a:sym typeface="Calibri"/>
              </a:defRPr>
            </a:lvl1pPr>
            <a:lvl2pPr marL="392237" marR="0" lvl="1" indent="-174327" algn="l" rtl="0">
              <a:lnSpc>
                <a:spcPct val="90000"/>
              </a:lnSpc>
              <a:spcBef>
                <a:spcPts val="214"/>
              </a:spcBef>
              <a:spcAft>
                <a:spcPts val="0"/>
              </a:spcAft>
              <a:buClr>
                <a:schemeClr val="dk1"/>
              </a:buClr>
              <a:buSzPts val="2800"/>
              <a:buFont typeface="Arial"/>
              <a:buChar char="•"/>
              <a:defRPr sz="1201" b="0" i="0" u="none" strike="noStrike" cap="none">
                <a:solidFill>
                  <a:schemeClr val="dk1"/>
                </a:solidFill>
                <a:latin typeface="Calibri"/>
                <a:ea typeface="Calibri"/>
                <a:cs typeface="Calibri"/>
                <a:sym typeface="Calibri"/>
              </a:defRPr>
            </a:lvl2pPr>
            <a:lvl3pPr marL="588354" marR="0" lvl="2" indent="-163432" algn="l" rtl="0">
              <a:lnSpc>
                <a:spcPct val="90000"/>
              </a:lnSpc>
              <a:spcBef>
                <a:spcPts val="214"/>
              </a:spcBef>
              <a:spcAft>
                <a:spcPts val="0"/>
              </a:spcAft>
              <a:buClr>
                <a:schemeClr val="dk1"/>
              </a:buClr>
              <a:buSzPts val="2400"/>
              <a:buFont typeface="Arial"/>
              <a:buChar char="•"/>
              <a:defRPr sz="1030" b="0" i="0" u="none" strike="noStrike" cap="none">
                <a:solidFill>
                  <a:schemeClr val="dk1"/>
                </a:solidFill>
                <a:latin typeface="Calibri"/>
                <a:ea typeface="Calibri"/>
                <a:cs typeface="Calibri"/>
                <a:sym typeface="Calibri"/>
              </a:defRPr>
            </a:lvl3pPr>
            <a:lvl4pPr marL="784472" marR="0" lvl="3"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4pPr>
            <a:lvl5pPr marL="980590" marR="0" lvl="4"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5pPr>
            <a:lvl6pPr marL="1176709" marR="0" lvl="5"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6pPr>
            <a:lvl7pPr marL="1372827" marR="0" lvl="6"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7pPr>
            <a:lvl8pPr marL="1568945" marR="0" lvl="7"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8pPr>
            <a:lvl9pPr marL="1765063" marR="0" lvl="8"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9pPr>
          </a:lstStyle>
          <a:p>
            <a:pPr marL="367723" indent="-318692" algn="just">
              <a:spcBef>
                <a:spcPts val="0"/>
              </a:spcBef>
              <a:buSzPct val="100000"/>
              <a:buFont typeface="Calibri"/>
              <a:buAutoNum type="arabicPeriod"/>
            </a:pPr>
            <a:r>
              <a:rPr lang="es-ES" sz="1800" i="1" dirty="0"/>
              <a:t>Lenguaje de Definición de Datos (DDL)</a:t>
            </a:r>
            <a:endParaRPr lang="es-ES" sz="1800" dirty="0"/>
          </a:p>
          <a:p>
            <a:pPr marL="367723" indent="-318692" algn="just">
              <a:spcBef>
                <a:spcPts val="334"/>
              </a:spcBef>
              <a:buSzPct val="100000"/>
              <a:buFont typeface="Calibri"/>
              <a:buAutoNum type="arabicPeriod"/>
            </a:pPr>
            <a:r>
              <a:rPr lang="es-ES" sz="1800" i="1" dirty="0"/>
              <a:t>Lenguaje de Manipulación de Datos (DML): consultas y actualizaciones</a:t>
            </a:r>
          </a:p>
          <a:p>
            <a:pPr marL="367723" indent="-318692" algn="just">
              <a:spcBef>
                <a:spcPts val="334"/>
              </a:spcBef>
              <a:buSzPct val="100000"/>
              <a:buFont typeface="Calibri"/>
              <a:buAutoNum type="arabicPeriod"/>
            </a:pPr>
            <a:r>
              <a:rPr lang="es-ES" sz="1800" dirty="0"/>
              <a:t>Definición de vistas</a:t>
            </a:r>
          </a:p>
          <a:p>
            <a:pPr marL="367723" indent="-318692" algn="just">
              <a:spcBef>
                <a:spcPts val="334"/>
              </a:spcBef>
              <a:buSzPct val="100000"/>
              <a:buFont typeface="Calibri"/>
              <a:buAutoNum type="arabicPeriod"/>
            </a:pPr>
            <a:r>
              <a:rPr lang="es-ES" sz="1800" dirty="0"/>
              <a:t>Definición de restricciones de integridad</a:t>
            </a:r>
          </a:p>
          <a:p>
            <a:pPr marL="367723" indent="-318692" algn="just">
              <a:spcBef>
                <a:spcPts val="334"/>
              </a:spcBef>
              <a:buSzPct val="100000"/>
              <a:buFont typeface="Calibri"/>
              <a:buAutoNum type="arabicPeriod"/>
            </a:pPr>
            <a:r>
              <a:rPr lang="es-ES" sz="1800" dirty="0"/>
              <a:t>Especificación de seguridad y autorización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txBox="1">
            <a:spLocks noGrp="1"/>
          </p:cNvSpPr>
          <p:nvPr>
            <p:ph type="title"/>
          </p:nvPr>
        </p:nvSpPr>
        <p:spPr>
          <a:xfrm>
            <a:off x="407331" y="771126"/>
            <a:ext cx="3382804" cy="353398"/>
          </a:xfrm>
          <a:prstGeom prst="rect">
            <a:avLst/>
          </a:prstGeom>
          <a:noFill/>
          <a:ln>
            <a:noFill/>
          </a:ln>
        </p:spPr>
        <p:txBody>
          <a:bodyPr spcFirstLastPara="1" wrap="square" lIns="39215" tIns="19602" rIns="39215" bIns="19602" anchor="ctr" anchorCtr="0">
            <a:normAutofit fontScale="90000"/>
          </a:bodyPr>
          <a:lstStyle/>
          <a:p>
            <a:pPr>
              <a:buSzPts val="4400"/>
            </a:pPr>
            <a:r>
              <a:rPr lang="en-US" sz="2400" dirty="0"/>
              <a:t>SQL: DDL y DML</a:t>
            </a:r>
            <a:endParaRPr sz="2400" dirty="0"/>
          </a:p>
        </p:txBody>
      </p:sp>
      <p:sp>
        <p:nvSpPr>
          <p:cNvPr id="119" name="Google Shape;119;p5"/>
          <p:cNvSpPr txBox="1">
            <a:spLocks noGrp="1"/>
          </p:cNvSpPr>
          <p:nvPr>
            <p:ph type="body" idx="1"/>
          </p:nvPr>
        </p:nvSpPr>
        <p:spPr>
          <a:xfrm>
            <a:off x="958871" y="1199918"/>
            <a:ext cx="1659228" cy="353397"/>
          </a:xfrm>
          <a:prstGeom prst="rect">
            <a:avLst/>
          </a:prstGeom>
          <a:noFill/>
          <a:ln>
            <a:noFill/>
          </a:ln>
        </p:spPr>
        <p:txBody>
          <a:bodyPr spcFirstLastPara="1" wrap="square" lIns="39215" tIns="19602" rIns="39215" bIns="19602" anchor="b" anchorCtr="0">
            <a:normAutofit/>
          </a:bodyPr>
          <a:lstStyle/>
          <a:p>
            <a:pPr marL="0" indent="0">
              <a:spcBef>
                <a:spcPts val="0"/>
              </a:spcBef>
            </a:pPr>
            <a:r>
              <a:rPr lang="en-US" sz="1800" dirty="0"/>
              <a:t>DDL</a:t>
            </a:r>
            <a:endParaRPr sz="1800" dirty="0"/>
          </a:p>
        </p:txBody>
      </p:sp>
      <p:sp>
        <p:nvSpPr>
          <p:cNvPr id="120" name="Google Shape;120;p5"/>
          <p:cNvSpPr txBox="1">
            <a:spLocks noGrp="1"/>
          </p:cNvSpPr>
          <p:nvPr>
            <p:ph type="body" idx="2"/>
          </p:nvPr>
        </p:nvSpPr>
        <p:spPr>
          <a:xfrm>
            <a:off x="958870" y="1553317"/>
            <a:ext cx="3382803" cy="1794428"/>
          </a:xfrm>
          <a:prstGeom prst="rect">
            <a:avLst/>
          </a:prstGeom>
          <a:solidFill>
            <a:schemeClr val="bg2">
              <a:lumMod val="60000"/>
              <a:lumOff val="40000"/>
            </a:schemeClr>
          </a:solidFill>
          <a:ln>
            <a:noFill/>
          </a:ln>
        </p:spPr>
        <p:txBody>
          <a:bodyPr spcFirstLastPara="1" wrap="square" lIns="39215" tIns="19602" rIns="39215" bIns="19602" anchor="t" anchorCtr="0">
            <a:noAutofit/>
          </a:bodyPr>
          <a:lstStyle/>
          <a:p>
            <a:pPr marL="98060" indent="-98060">
              <a:spcBef>
                <a:spcPts val="0"/>
              </a:spcBef>
              <a:buSzPts val="2800"/>
            </a:pPr>
            <a:r>
              <a:rPr lang="en-US" sz="1800" dirty="0" err="1"/>
              <a:t>Incluye</a:t>
            </a:r>
            <a:r>
              <a:rPr lang="en-US" sz="1800" dirty="0"/>
              <a:t> </a:t>
            </a:r>
            <a:r>
              <a:rPr lang="en-US" sz="1800" dirty="0" err="1"/>
              <a:t>sentencias</a:t>
            </a:r>
            <a:r>
              <a:rPr lang="en-US" sz="1800" dirty="0"/>
              <a:t> que </a:t>
            </a:r>
            <a:r>
              <a:rPr lang="en-US" sz="1800" dirty="0" err="1"/>
              <a:t>permiten</a:t>
            </a:r>
            <a:r>
              <a:rPr lang="en-US" sz="1800" dirty="0"/>
              <a:t> </a:t>
            </a:r>
            <a:r>
              <a:rPr lang="en-US" sz="1800" dirty="0" err="1"/>
              <a:t>definir</a:t>
            </a:r>
            <a:r>
              <a:rPr lang="en-US" sz="1800" dirty="0"/>
              <a:t> </a:t>
            </a:r>
            <a:r>
              <a:rPr lang="en-US" sz="1800" dirty="0" err="1"/>
              <a:t>los</a:t>
            </a:r>
            <a:r>
              <a:rPr lang="en-US" sz="1800" dirty="0"/>
              <a:t> </a:t>
            </a:r>
            <a:r>
              <a:rPr lang="en-US" sz="1800" dirty="0" err="1"/>
              <a:t>objetos</a:t>
            </a:r>
            <a:r>
              <a:rPr lang="en-US" sz="1800" dirty="0"/>
              <a:t> de la Base de </a:t>
            </a:r>
            <a:r>
              <a:rPr lang="en-US" sz="1800" dirty="0" err="1"/>
              <a:t>Datos</a:t>
            </a:r>
            <a:endParaRPr sz="1800" dirty="0"/>
          </a:p>
          <a:p>
            <a:pPr marL="98060" indent="-98060">
              <a:buSzPts val="2800"/>
            </a:pPr>
            <a:r>
              <a:rPr lang="en-US" sz="1800" dirty="0"/>
              <a:t>Las </a:t>
            </a:r>
            <a:r>
              <a:rPr lang="en-US" sz="1800" dirty="0" err="1"/>
              <a:t>sentencias</a:t>
            </a:r>
            <a:r>
              <a:rPr lang="en-US" sz="1800" dirty="0"/>
              <a:t> DDL </a:t>
            </a:r>
            <a:r>
              <a:rPr lang="en-US" sz="1800" dirty="0" err="1"/>
              <a:t>generan</a:t>
            </a:r>
            <a:r>
              <a:rPr lang="en-US" sz="1800" dirty="0"/>
              <a:t> </a:t>
            </a:r>
            <a:r>
              <a:rPr lang="en-US" sz="1800" dirty="0" err="1"/>
              <a:t>cambios</a:t>
            </a:r>
            <a:r>
              <a:rPr lang="en-US" sz="1800" dirty="0"/>
              <a:t> </a:t>
            </a:r>
            <a:r>
              <a:rPr lang="en-US" sz="1800" dirty="0" err="1"/>
              <a:t>en</a:t>
            </a:r>
            <a:r>
              <a:rPr lang="en-US" sz="1800" dirty="0"/>
              <a:t> </a:t>
            </a:r>
            <a:r>
              <a:rPr lang="en-US" sz="1800" dirty="0" err="1"/>
              <a:t>el</a:t>
            </a:r>
            <a:r>
              <a:rPr lang="en-US" sz="1800" dirty="0"/>
              <a:t> </a:t>
            </a:r>
            <a:r>
              <a:rPr lang="en-US" sz="1800" dirty="0" err="1"/>
              <a:t>diccionario</a:t>
            </a:r>
            <a:r>
              <a:rPr lang="en-US" sz="1800" dirty="0"/>
              <a:t> de </a:t>
            </a:r>
            <a:r>
              <a:rPr lang="en-US" sz="1800" dirty="0" err="1"/>
              <a:t>datos</a:t>
            </a:r>
            <a:r>
              <a:rPr lang="en-US" sz="1800" dirty="0"/>
              <a:t>, </a:t>
            </a:r>
            <a:r>
              <a:rPr lang="en-US" sz="1800" dirty="0" err="1"/>
              <a:t>el</a:t>
            </a:r>
            <a:r>
              <a:rPr lang="en-US" sz="1800" dirty="0"/>
              <a:t> </a:t>
            </a:r>
            <a:r>
              <a:rPr lang="en-US" sz="1800" dirty="0" err="1"/>
              <a:t>cual</a:t>
            </a:r>
            <a:r>
              <a:rPr lang="en-US" sz="1800" dirty="0"/>
              <a:t> </a:t>
            </a:r>
            <a:r>
              <a:rPr lang="en-US" sz="1800" dirty="0" err="1"/>
              <a:t>contiene</a:t>
            </a:r>
            <a:r>
              <a:rPr lang="en-US" sz="1800" dirty="0"/>
              <a:t> </a:t>
            </a:r>
            <a:r>
              <a:rPr lang="en-US" sz="1800" dirty="0" err="1"/>
              <a:t>metadatos</a:t>
            </a:r>
            <a:endParaRPr sz="1800" dirty="0"/>
          </a:p>
          <a:p>
            <a:pPr marL="98060" indent="-21791">
              <a:buSzPts val="2800"/>
              <a:buNone/>
            </a:pPr>
            <a:endParaRPr sz="1800" dirty="0"/>
          </a:p>
        </p:txBody>
      </p:sp>
      <p:sp>
        <p:nvSpPr>
          <p:cNvPr id="121" name="Google Shape;121;p5"/>
          <p:cNvSpPr txBox="1">
            <a:spLocks noGrp="1"/>
          </p:cNvSpPr>
          <p:nvPr>
            <p:ph type="body" idx="3"/>
          </p:nvPr>
        </p:nvSpPr>
        <p:spPr>
          <a:xfrm>
            <a:off x="4474048" y="1263317"/>
            <a:ext cx="1667399" cy="353397"/>
          </a:xfrm>
          <a:prstGeom prst="rect">
            <a:avLst/>
          </a:prstGeom>
          <a:noFill/>
          <a:ln>
            <a:noFill/>
          </a:ln>
        </p:spPr>
        <p:txBody>
          <a:bodyPr spcFirstLastPara="1" wrap="square" lIns="39215" tIns="19602" rIns="39215" bIns="19602" anchor="b" anchorCtr="0">
            <a:normAutofit/>
          </a:bodyPr>
          <a:lstStyle/>
          <a:p>
            <a:pPr marL="0" indent="0">
              <a:spcBef>
                <a:spcPts val="0"/>
              </a:spcBef>
            </a:pPr>
            <a:r>
              <a:rPr lang="en-US" sz="1800" dirty="0"/>
              <a:t>DML</a:t>
            </a:r>
            <a:endParaRPr sz="1800" dirty="0"/>
          </a:p>
        </p:txBody>
      </p:sp>
      <p:sp>
        <p:nvSpPr>
          <p:cNvPr id="122" name="Google Shape;122;p5"/>
          <p:cNvSpPr txBox="1">
            <a:spLocks noGrp="1"/>
          </p:cNvSpPr>
          <p:nvPr>
            <p:ph type="body" idx="4"/>
          </p:nvPr>
        </p:nvSpPr>
        <p:spPr>
          <a:xfrm>
            <a:off x="4474047" y="1616716"/>
            <a:ext cx="3382803" cy="1731030"/>
          </a:xfrm>
          <a:prstGeom prst="rect">
            <a:avLst/>
          </a:prstGeom>
          <a:solidFill>
            <a:schemeClr val="bg2">
              <a:lumMod val="60000"/>
              <a:lumOff val="40000"/>
            </a:schemeClr>
          </a:solidFill>
          <a:ln>
            <a:noFill/>
          </a:ln>
        </p:spPr>
        <p:txBody>
          <a:bodyPr spcFirstLastPara="1" wrap="square" lIns="39215" tIns="19602" rIns="39215" bIns="19602" anchor="t" anchorCtr="0">
            <a:normAutofit/>
          </a:bodyPr>
          <a:lstStyle/>
          <a:p>
            <a:pPr marL="98060" indent="-98060">
              <a:spcBef>
                <a:spcPts val="0"/>
              </a:spcBef>
              <a:buSzPts val="2800"/>
            </a:pPr>
            <a:r>
              <a:rPr lang="en-US" sz="1800" dirty="0"/>
              <a:t>Es un </a:t>
            </a:r>
            <a:r>
              <a:rPr lang="en-US" sz="1800" dirty="0" err="1"/>
              <a:t>lenguaje</a:t>
            </a:r>
            <a:r>
              <a:rPr lang="en-US" sz="1800" dirty="0"/>
              <a:t> que </a:t>
            </a:r>
            <a:r>
              <a:rPr lang="en-US" sz="1800" dirty="0" err="1"/>
              <a:t>permite</a:t>
            </a:r>
            <a:r>
              <a:rPr lang="en-US" sz="1800" dirty="0"/>
              <a:t> a </a:t>
            </a:r>
            <a:r>
              <a:rPr lang="en-US" sz="1800" dirty="0" err="1"/>
              <a:t>los</a:t>
            </a:r>
            <a:r>
              <a:rPr lang="en-US" sz="1800" dirty="0"/>
              <a:t> </a:t>
            </a:r>
            <a:r>
              <a:rPr lang="en-US" sz="1800" dirty="0" err="1"/>
              <a:t>usuarios</a:t>
            </a:r>
            <a:r>
              <a:rPr lang="en-US" sz="1800" dirty="0"/>
              <a:t> acceder o manipular </a:t>
            </a:r>
            <a:r>
              <a:rPr lang="en-US" sz="1800" dirty="0" err="1"/>
              <a:t>los</a:t>
            </a:r>
            <a:r>
              <a:rPr lang="en-US" sz="1800" dirty="0"/>
              <a:t> </a:t>
            </a:r>
            <a:r>
              <a:rPr lang="en-US" sz="1800" dirty="0" err="1"/>
              <a:t>datos</a:t>
            </a:r>
            <a:r>
              <a:rPr lang="en-US" sz="1800" dirty="0"/>
              <a:t> de la base de </a:t>
            </a:r>
            <a:r>
              <a:rPr lang="en-US" sz="1800" dirty="0" err="1"/>
              <a:t>datos</a:t>
            </a:r>
            <a:endParaRPr sz="1800" dirty="0"/>
          </a:p>
          <a:p>
            <a:pPr marL="98060" indent="-21791">
              <a:buSzPts val="2800"/>
              <a:buNone/>
            </a:pPr>
            <a:endParaRPr sz="1800" dirty="0"/>
          </a:p>
        </p:txBody>
      </p:sp>
      <p:sp>
        <p:nvSpPr>
          <p:cNvPr id="123" name="Google Shape;123;p5"/>
          <p:cNvSpPr txBox="1">
            <a:spLocks noGrp="1"/>
          </p:cNvSpPr>
          <p:nvPr>
            <p:ph type="sldNum" idx="12"/>
          </p:nvPr>
        </p:nvSpPr>
        <p:spPr>
          <a:xfrm>
            <a:off x="5272982" y="4603653"/>
            <a:ext cx="882471" cy="156611"/>
          </a:xfrm>
          <a:prstGeom prst="rect">
            <a:avLst/>
          </a:prstGeom>
          <a:noFill/>
          <a:ln>
            <a:noFill/>
          </a:ln>
        </p:spPr>
        <p:txBody>
          <a:bodyPr spcFirstLastPara="1" wrap="square" lIns="39215" tIns="19602" rIns="39215" bIns="19602" anchor="ctr" anchorCtr="0">
            <a:normAutofit/>
          </a:bodyPr>
          <a:lstStyle/>
          <a:p>
            <a:fld id="{00000000-1234-1234-1234-123412341234}" type="slidenum">
              <a:rPr lang="en-US"/>
              <a:pPr/>
              <a:t>3</a:t>
            </a:fld>
            <a:endParaRPr/>
          </a:p>
        </p:txBody>
      </p:sp>
      <p:sp>
        <p:nvSpPr>
          <p:cNvPr id="4" name="Google Shape;130;p6">
            <a:extLst>
              <a:ext uri="{FF2B5EF4-FFF2-40B4-BE49-F238E27FC236}">
                <a16:creationId xmlns:a16="http://schemas.microsoft.com/office/drawing/2014/main" xmlns="" id="{9D6D0401-A577-6B24-C61A-C01F4C4FAC36}"/>
              </a:ext>
            </a:extLst>
          </p:cNvPr>
          <p:cNvSpPr txBox="1">
            <a:spLocks/>
          </p:cNvSpPr>
          <p:nvPr/>
        </p:nvSpPr>
        <p:spPr>
          <a:xfrm>
            <a:off x="1820657" y="4168207"/>
            <a:ext cx="1659228" cy="1649532"/>
          </a:xfrm>
          <a:prstGeom prst="rect">
            <a:avLst/>
          </a:prstGeom>
          <a:noFill/>
          <a:ln>
            <a:noFill/>
          </a:ln>
        </p:spPr>
        <p:txBody>
          <a:bodyPr spcFirstLastPara="1" wrap="square" lIns="39215" tIns="19602" rIns="39215" bIns="19602" anchor="t" anchorCtr="0">
            <a:normAutofit/>
          </a:bodyPr>
          <a:lstStyle>
            <a:defPPr marR="0" lvl="0" algn="l" rtl="0">
              <a:lnSpc>
                <a:spcPct val="100000"/>
              </a:lnSpc>
              <a:spcBef>
                <a:spcPts val="0"/>
              </a:spcBef>
              <a:spcAft>
                <a:spcPts val="0"/>
              </a:spcAft>
            </a:defPPr>
            <a:lvl1pPr marL="196118" marR="0" lvl="0" indent="-147089" algn="l" rtl="0">
              <a:lnSpc>
                <a:spcPct val="90000"/>
              </a:lnSpc>
              <a:spcBef>
                <a:spcPts val="43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392237" marR="0" lvl="1" indent="-147089" algn="l" rtl="0">
              <a:lnSpc>
                <a:spcPct val="90000"/>
              </a:lnSpc>
              <a:spcBef>
                <a:spcPts val="214"/>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588354" marR="0" lvl="2" indent="-147089" algn="l" rtl="0">
              <a:lnSpc>
                <a:spcPct val="90000"/>
              </a:lnSpc>
              <a:spcBef>
                <a:spcPts val="214"/>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784472" marR="0" lvl="3" indent="-147089" algn="l" rtl="0">
              <a:lnSpc>
                <a:spcPct val="90000"/>
              </a:lnSpc>
              <a:spcBef>
                <a:spcPts val="214"/>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980590" marR="0" lvl="4" indent="-147089" algn="l" rtl="0">
              <a:lnSpc>
                <a:spcPct val="90000"/>
              </a:lnSpc>
              <a:spcBef>
                <a:spcPts val="214"/>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1176709" marR="0" lvl="5" indent="-147089" algn="l" rtl="0">
              <a:lnSpc>
                <a:spcPct val="90000"/>
              </a:lnSpc>
              <a:spcBef>
                <a:spcPts val="214"/>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1372827" marR="0" lvl="6" indent="-147089" algn="l" rtl="0">
              <a:lnSpc>
                <a:spcPct val="90000"/>
              </a:lnSpc>
              <a:spcBef>
                <a:spcPts val="214"/>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1568945" marR="0" lvl="7" indent="-147089" algn="l" rtl="0">
              <a:lnSpc>
                <a:spcPct val="90000"/>
              </a:lnSpc>
              <a:spcBef>
                <a:spcPts val="214"/>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1765063" marR="0" lvl="8" indent="-147089" algn="l" rtl="0">
              <a:lnSpc>
                <a:spcPct val="90000"/>
              </a:lnSpc>
              <a:spcBef>
                <a:spcPts val="214"/>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98060" indent="-98060">
              <a:spcBef>
                <a:spcPts val="0"/>
              </a:spcBef>
              <a:buSzPts val="2800"/>
            </a:pPr>
            <a:r>
              <a:rPr lang="en-US" dirty="0"/>
              <a:t> Create</a:t>
            </a:r>
          </a:p>
          <a:p>
            <a:pPr marL="98060" indent="-98060">
              <a:buSzPts val="2800"/>
            </a:pPr>
            <a:r>
              <a:rPr lang="en-US" dirty="0"/>
              <a:t> Alter</a:t>
            </a:r>
          </a:p>
          <a:p>
            <a:pPr marL="98060" indent="-98060">
              <a:buSzPts val="2800"/>
            </a:pPr>
            <a:r>
              <a:rPr lang="en-US" dirty="0"/>
              <a:t> Drop</a:t>
            </a:r>
          </a:p>
          <a:p>
            <a:pPr marL="98060" indent="-98060">
              <a:buSzPts val="2800"/>
              <a:buFont typeface="Arial"/>
              <a:buNone/>
            </a:pPr>
            <a:endParaRPr lang="en-US" dirty="0"/>
          </a:p>
        </p:txBody>
      </p:sp>
      <p:sp>
        <p:nvSpPr>
          <p:cNvPr id="6" name="Google Shape;132;p6">
            <a:extLst>
              <a:ext uri="{FF2B5EF4-FFF2-40B4-BE49-F238E27FC236}">
                <a16:creationId xmlns:a16="http://schemas.microsoft.com/office/drawing/2014/main" xmlns="" id="{AD46167E-097C-8BA5-CB3F-48D9A21D5430}"/>
              </a:ext>
            </a:extLst>
          </p:cNvPr>
          <p:cNvSpPr txBox="1">
            <a:spLocks/>
          </p:cNvSpPr>
          <p:nvPr/>
        </p:nvSpPr>
        <p:spPr>
          <a:xfrm>
            <a:off x="5440044" y="4168207"/>
            <a:ext cx="1667399" cy="1580412"/>
          </a:xfrm>
          <a:prstGeom prst="rect">
            <a:avLst/>
          </a:prstGeom>
          <a:noFill/>
          <a:ln>
            <a:noFill/>
          </a:ln>
        </p:spPr>
        <p:txBody>
          <a:bodyPr spcFirstLastPara="1" wrap="square" lIns="39215" tIns="19602" rIns="39215" bIns="19602" anchor="t" anchorCtr="0">
            <a:normAutofit lnSpcReduction="10000"/>
          </a:bodyPr>
          <a:lstStyle>
            <a:defPPr marR="0" lvl="0" algn="l" rtl="0">
              <a:lnSpc>
                <a:spcPct val="100000"/>
              </a:lnSpc>
              <a:spcBef>
                <a:spcPts val="0"/>
              </a:spcBef>
              <a:spcAft>
                <a:spcPts val="0"/>
              </a:spcAft>
            </a:defPPr>
            <a:lvl1pPr marL="196118" marR="0" lvl="0" indent="-147089" algn="l" rtl="0">
              <a:lnSpc>
                <a:spcPct val="90000"/>
              </a:lnSpc>
              <a:spcBef>
                <a:spcPts val="43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392237" marR="0" lvl="1" indent="-147089" algn="l" rtl="0">
              <a:lnSpc>
                <a:spcPct val="90000"/>
              </a:lnSpc>
              <a:spcBef>
                <a:spcPts val="214"/>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588354" marR="0" lvl="2" indent="-147089" algn="l" rtl="0">
              <a:lnSpc>
                <a:spcPct val="90000"/>
              </a:lnSpc>
              <a:spcBef>
                <a:spcPts val="214"/>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784472" marR="0" lvl="3" indent="-147089" algn="l" rtl="0">
              <a:lnSpc>
                <a:spcPct val="90000"/>
              </a:lnSpc>
              <a:spcBef>
                <a:spcPts val="214"/>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980590" marR="0" lvl="4" indent="-147089" algn="l" rtl="0">
              <a:lnSpc>
                <a:spcPct val="90000"/>
              </a:lnSpc>
              <a:spcBef>
                <a:spcPts val="214"/>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1176709" marR="0" lvl="5" indent="-147089" algn="l" rtl="0">
              <a:lnSpc>
                <a:spcPct val="90000"/>
              </a:lnSpc>
              <a:spcBef>
                <a:spcPts val="214"/>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1372827" marR="0" lvl="6" indent="-147089" algn="l" rtl="0">
              <a:lnSpc>
                <a:spcPct val="90000"/>
              </a:lnSpc>
              <a:spcBef>
                <a:spcPts val="214"/>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1568945" marR="0" lvl="7" indent="-147089" algn="l" rtl="0">
              <a:lnSpc>
                <a:spcPct val="90000"/>
              </a:lnSpc>
              <a:spcBef>
                <a:spcPts val="214"/>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1765063" marR="0" lvl="8" indent="-147089" algn="l" rtl="0">
              <a:lnSpc>
                <a:spcPct val="90000"/>
              </a:lnSpc>
              <a:spcBef>
                <a:spcPts val="214"/>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98060" indent="-98060">
              <a:spcBef>
                <a:spcPts val="0"/>
              </a:spcBef>
              <a:buSzPts val="2800"/>
            </a:pPr>
            <a:r>
              <a:rPr lang="en-US" dirty="0"/>
              <a:t> Select</a:t>
            </a:r>
          </a:p>
          <a:p>
            <a:pPr marL="98060" indent="-98060">
              <a:buSzPts val="2800"/>
            </a:pPr>
            <a:r>
              <a:rPr lang="en-US" dirty="0"/>
              <a:t> Insert</a:t>
            </a:r>
          </a:p>
          <a:p>
            <a:pPr marL="98060" indent="-98060">
              <a:buSzPts val="2800"/>
            </a:pPr>
            <a:r>
              <a:rPr lang="en-US" dirty="0"/>
              <a:t> Update</a:t>
            </a:r>
          </a:p>
          <a:p>
            <a:pPr marL="98060" indent="-98060">
              <a:buSzPts val="2800"/>
            </a:pPr>
            <a:r>
              <a:rPr lang="en-US" dirty="0"/>
              <a:t> Delete</a:t>
            </a:r>
          </a:p>
          <a:p>
            <a:pPr marL="98060" indent="-21791">
              <a:buSzPts val="2800"/>
              <a:buFont typeface="Arial"/>
              <a:buNone/>
            </a:pPr>
            <a:endParaRPr lang="en-US" dirty="0"/>
          </a:p>
        </p:txBody>
      </p:sp>
      <p:sp>
        <p:nvSpPr>
          <p:cNvPr id="7" name="Flecha: hacia abajo 6">
            <a:extLst>
              <a:ext uri="{FF2B5EF4-FFF2-40B4-BE49-F238E27FC236}">
                <a16:creationId xmlns:a16="http://schemas.microsoft.com/office/drawing/2014/main" xmlns="" id="{E5FBFFB0-90DD-ECD4-8FE0-3664D69276FE}"/>
              </a:ext>
            </a:extLst>
          </p:cNvPr>
          <p:cNvSpPr/>
          <p:nvPr/>
        </p:nvSpPr>
        <p:spPr>
          <a:xfrm>
            <a:off x="2191657" y="3454400"/>
            <a:ext cx="426442" cy="55154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Flecha: hacia abajo 7">
            <a:extLst>
              <a:ext uri="{FF2B5EF4-FFF2-40B4-BE49-F238E27FC236}">
                <a16:creationId xmlns:a16="http://schemas.microsoft.com/office/drawing/2014/main" xmlns="" id="{28E3CE1C-05E2-A100-DD35-708F0492037B}"/>
              </a:ext>
            </a:extLst>
          </p:cNvPr>
          <p:cNvSpPr/>
          <p:nvPr/>
        </p:nvSpPr>
        <p:spPr>
          <a:xfrm>
            <a:off x="5847301" y="3398941"/>
            <a:ext cx="426442" cy="55154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7"/>
          <p:cNvSpPr txBox="1">
            <a:spLocks noGrp="1"/>
          </p:cNvSpPr>
          <p:nvPr>
            <p:ph type="title"/>
          </p:nvPr>
        </p:nvSpPr>
        <p:spPr>
          <a:xfrm>
            <a:off x="392817" y="870856"/>
            <a:ext cx="1264976" cy="292295"/>
          </a:xfrm>
          <a:prstGeom prst="rect">
            <a:avLst/>
          </a:prstGeom>
          <a:noFill/>
          <a:ln>
            <a:noFill/>
          </a:ln>
        </p:spPr>
        <p:txBody>
          <a:bodyPr spcFirstLastPara="1" wrap="square" lIns="39215" tIns="19602" rIns="39215" bIns="19602" anchor="b" anchorCtr="0">
            <a:noAutofit/>
          </a:bodyPr>
          <a:lstStyle/>
          <a:p>
            <a:r>
              <a:rPr lang="en-US" sz="2400" b="1" dirty="0"/>
              <a:t>DDL</a:t>
            </a:r>
            <a:endParaRPr sz="2400" b="1" dirty="0"/>
          </a:p>
        </p:txBody>
      </p:sp>
      <p:sp>
        <p:nvSpPr>
          <p:cNvPr id="139" name="Google Shape;139;p7"/>
          <p:cNvSpPr txBox="1">
            <a:spLocks noGrp="1"/>
          </p:cNvSpPr>
          <p:nvPr>
            <p:ph type="body" idx="1"/>
          </p:nvPr>
        </p:nvSpPr>
        <p:spPr>
          <a:xfrm>
            <a:off x="392817" y="1371871"/>
            <a:ext cx="8170612" cy="2721157"/>
          </a:xfrm>
          <a:prstGeom prst="rect">
            <a:avLst/>
          </a:prstGeom>
          <a:noFill/>
          <a:ln>
            <a:noFill/>
          </a:ln>
        </p:spPr>
        <p:txBody>
          <a:bodyPr spcFirstLastPara="1" wrap="square" lIns="39215" tIns="19602" rIns="39215" bIns="19602" anchor="t" anchorCtr="0">
            <a:noAutofit/>
          </a:bodyPr>
          <a:lstStyle/>
          <a:p>
            <a:pPr marL="98060" indent="-98060">
              <a:spcBef>
                <a:spcPts val="0"/>
              </a:spcBef>
              <a:buSzPct val="100000"/>
              <a:buNone/>
            </a:pPr>
            <a:r>
              <a:rPr lang="en-US" sz="2000" dirty="0"/>
              <a:t>CREATE TABLE </a:t>
            </a:r>
            <a:r>
              <a:rPr lang="en-US" sz="2000" dirty="0" err="1"/>
              <a:t>nombre_tabla</a:t>
            </a:r>
            <a:endParaRPr sz="2000" dirty="0"/>
          </a:p>
          <a:p>
            <a:pPr marL="98060" indent="-98060">
              <a:buSzPct val="100000"/>
              <a:buNone/>
            </a:pPr>
            <a:r>
              <a:rPr lang="en-US" sz="2000" dirty="0"/>
              <a:t> (</a:t>
            </a:r>
            <a:r>
              <a:rPr lang="en-US" sz="2000" dirty="0" err="1"/>
              <a:t>nombre_columna</a:t>
            </a:r>
            <a:r>
              <a:rPr lang="en-US" sz="2000" dirty="0"/>
              <a:t>  	</a:t>
            </a:r>
            <a:r>
              <a:rPr lang="en-US" sz="2000" dirty="0" err="1"/>
              <a:t>tipo_dato</a:t>
            </a:r>
            <a:r>
              <a:rPr lang="en-US" sz="2000" dirty="0"/>
              <a:t>/</a:t>
            </a:r>
            <a:r>
              <a:rPr lang="en-US" sz="2000" dirty="0" err="1"/>
              <a:t>dominio</a:t>
            </a:r>
            <a:r>
              <a:rPr lang="en-US" sz="2000" dirty="0"/>
              <a:t>           [NOT NULL] 	[DEFAULT valor],</a:t>
            </a:r>
            <a:endParaRPr sz="2000" dirty="0"/>
          </a:p>
          <a:p>
            <a:pPr marL="98060" indent="-98060">
              <a:buSzPct val="100000"/>
              <a:buNone/>
            </a:pPr>
            <a:r>
              <a:rPr lang="en-US" sz="2000" dirty="0"/>
              <a:t> [</a:t>
            </a:r>
            <a:r>
              <a:rPr lang="en-US" sz="2000" dirty="0" err="1"/>
              <a:t>nombre_columna</a:t>
            </a:r>
            <a:r>
              <a:rPr lang="en-US" sz="2000" dirty="0"/>
              <a:t>  	</a:t>
            </a:r>
            <a:r>
              <a:rPr lang="en-US" sz="2000" dirty="0" err="1"/>
              <a:t>tipo_dato</a:t>
            </a:r>
            <a:r>
              <a:rPr lang="en-US" sz="2000" dirty="0"/>
              <a:t>/</a:t>
            </a:r>
            <a:r>
              <a:rPr lang="en-US" sz="2000" dirty="0" err="1"/>
              <a:t>dominio</a:t>
            </a:r>
            <a:r>
              <a:rPr lang="en-US" sz="2000" dirty="0"/>
              <a:t>           [NOT NULL] 	[DEFAULT valor], ...],</a:t>
            </a:r>
            <a:endParaRPr sz="2000" dirty="0"/>
          </a:p>
          <a:p>
            <a:pPr marL="98060" indent="-98060">
              <a:buSzPct val="100000"/>
              <a:buNone/>
            </a:pPr>
            <a:endParaRPr sz="2000" dirty="0"/>
          </a:p>
          <a:p>
            <a:pPr marL="98060" indent="-98060">
              <a:buSzPct val="100000"/>
              <a:buNone/>
            </a:pPr>
            <a:r>
              <a:rPr lang="en-US" sz="2000" dirty="0"/>
              <a:t>[ PRIMARY KEY (</a:t>
            </a:r>
            <a:r>
              <a:rPr lang="en-US" sz="2000" dirty="0" err="1"/>
              <a:t>nombre_columna</a:t>
            </a:r>
            <a:r>
              <a:rPr lang="en-US" sz="2000" dirty="0"/>
              <a:t> [, </a:t>
            </a:r>
            <a:r>
              <a:rPr lang="en-US" sz="2000" dirty="0" err="1"/>
              <a:t>nombre_columna</a:t>
            </a:r>
            <a:r>
              <a:rPr lang="en-US" sz="2000" dirty="0"/>
              <a:t>,...]), ] </a:t>
            </a:r>
            <a:endParaRPr sz="2000" dirty="0"/>
          </a:p>
          <a:p>
            <a:pPr marL="98060" indent="-98060">
              <a:buSzPct val="100000"/>
              <a:buNone/>
            </a:pPr>
            <a:endParaRPr sz="2000" dirty="0"/>
          </a:p>
          <a:p>
            <a:pPr marL="98060" indent="-98060">
              <a:buSzPct val="100000"/>
              <a:buNone/>
            </a:pPr>
            <a:r>
              <a:rPr lang="en-US" sz="2000" dirty="0"/>
              <a:t>[ FOREIGN KEY (</a:t>
            </a:r>
            <a:r>
              <a:rPr lang="en-US" sz="2000" dirty="0" err="1"/>
              <a:t>nombre_columna</a:t>
            </a:r>
            <a:r>
              <a:rPr lang="en-US" sz="2000" dirty="0"/>
              <a:t> [, </a:t>
            </a:r>
            <a:r>
              <a:rPr lang="en-US" sz="2000" dirty="0" err="1"/>
              <a:t>nombre_columna</a:t>
            </a:r>
            <a:r>
              <a:rPr lang="en-US" sz="2000" dirty="0"/>
              <a:t>,...]),</a:t>
            </a:r>
            <a:endParaRPr sz="2000" dirty="0"/>
          </a:p>
          <a:p>
            <a:pPr marL="98060" indent="-98060">
              <a:buSzPct val="100000"/>
              <a:buNone/>
            </a:pPr>
            <a:r>
              <a:rPr lang="en-US" sz="2000" dirty="0"/>
              <a:t>  REFERENCES </a:t>
            </a:r>
            <a:r>
              <a:rPr lang="en-US" sz="2000" dirty="0" err="1"/>
              <a:t>nombre_tabla</a:t>
            </a:r>
            <a:r>
              <a:rPr lang="en-US" sz="2000" dirty="0"/>
              <a:t> (</a:t>
            </a:r>
            <a:r>
              <a:rPr lang="en-US" sz="2000" dirty="0" err="1"/>
              <a:t>nombre_columna</a:t>
            </a:r>
            <a:r>
              <a:rPr lang="en-US" sz="2000" dirty="0"/>
              <a:t> [, </a:t>
            </a:r>
            <a:r>
              <a:rPr lang="en-US" sz="2000" dirty="0" err="1"/>
              <a:t>nombre_columna</a:t>
            </a:r>
            <a:r>
              <a:rPr lang="en-US" sz="2000" dirty="0"/>
              <a:t>,...]) ]; </a:t>
            </a:r>
            <a:endParaRPr sz="2000" dirty="0"/>
          </a:p>
          <a:p>
            <a:pPr marL="98060" indent="-98060">
              <a:buSzPct val="100000"/>
              <a:buNone/>
            </a:pPr>
            <a:endParaRPr sz="2000" dirty="0"/>
          </a:p>
          <a:p>
            <a:pPr marL="98060" indent="-98060">
              <a:buSzPct val="100000"/>
              <a:buNone/>
            </a:pPr>
            <a:endParaRPr sz="2000" dirty="0"/>
          </a:p>
          <a:p>
            <a:pPr marL="98060" indent="-98060">
              <a:buSzPct val="100000"/>
              <a:buNone/>
            </a:pPr>
            <a:endParaRPr sz="2000" dirty="0"/>
          </a:p>
        </p:txBody>
      </p:sp>
      <p:sp>
        <p:nvSpPr>
          <p:cNvPr id="141" name="Google Shape;141;p7"/>
          <p:cNvSpPr txBox="1">
            <a:spLocks noGrp="1"/>
          </p:cNvSpPr>
          <p:nvPr>
            <p:ph type="sldNum" idx="12"/>
          </p:nvPr>
        </p:nvSpPr>
        <p:spPr>
          <a:xfrm>
            <a:off x="5272982" y="4603653"/>
            <a:ext cx="882471" cy="156611"/>
          </a:xfrm>
          <a:prstGeom prst="rect">
            <a:avLst/>
          </a:prstGeom>
          <a:noFill/>
          <a:ln>
            <a:noFill/>
          </a:ln>
        </p:spPr>
        <p:txBody>
          <a:bodyPr spcFirstLastPara="1" wrap="square" lIns="39215" tIns="19602" rIns="39215" bIns="19602" anchor="ctr" anchorCtr="0">
            <a:normAutofit/>
          </a:bodyPr>
          <a:lstStyle/>
          <a:p>
            <a:fld id="{00000000-1234-1234-1234-123412341234}" type="slidenum">
              <a:rPr lang="en-US"/>
              <a:p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9" name="Google Shape;149;p8"/>
          <p:cNvSpPr txBox="1">
            <a:spLocks noGrp="1"/>
          </p:cNvSpPr>
          <p:nvPr>
            <p:ph type="sldNum" idx="12"/>
          </p:nvPr>
        </p:nvSpPr>
        <p:spPr>
          <a:xfrm>
            <a:off x="5272982" y="4603653"/>
            <a:ext cx="882471" cy="156611"/>
          </a:xfrm>
          <a:prstGeom prst="rect">
            <a:avLst/>
          </a:prstGeom>
          <a:noFill/>
          <a:ln>
            <a:noFill/>
          </a:ln>
        </p:spPr>
        <p:txBody>
          <a:bodyPr spcFirstLastPara="1" wrap="square" lIns="39215" tIns="19602" rIns="39215" bIns="19602" anchor="ctr" anchorCtr="0">
            <a:normAutofit/>
          </a:bodyPr>
          <a:lstStyle/>
          <a:p>
            <a:fld id="{00000000-1234-1234-1234-123412341234}" type="slidenum">
              <a:rPr lang="en-US"/>
              <a:pPr/>
              <a:t>5</a:t>
            </a:fld>
            <a:endParaRPr/>
          </a:p>
        </p:txBody>
      </p:sp>
      <p:sp>
        <p:nvSpPr>
          <p:cNvPr id="8" name="Google Shape;147;p8">
            <a:extLst>
              <a:ext uri="{FF2B5EF4-FFF2-40B4-BE49-F238E27FC236}">
                <a16:creationId xmlns:a16="http://schemas.microsoft.com/office/drawing/2014/main" xmlns="" id="{323560C1-4D3B-48A6-544A-B64C4420F748}"/>
              </a:ext>
            </a:extLst>
          </p:cNvPr>
          <p:cNvSpPr txBox="1">
            <a:spLocks noGrp="1"/>
          </p:cNvSpPr>
          <p:nvPr>
            <p:ph type="body" idx="1"/>
          </p:nvPr>
        </p:nvSpPr>
        <p:spPr>
          <a:xfrm>
            <a:off x="832121" y="1081586"/>
            <a:ext cx="6947536" cy="326300"/>
          </a:xfrm>
          <a:prstGeom prst="rect">
            <a:avLst/>
          </a:prstGeom>
          <a:noFill/>
          <a:ln>
            <a:noFill/>
          </a:ln>
        </p:spPr>
        <p:txBody>
          <a:bodyPr spcFirstLastPara="1" wrap="square" lIns="39215" tIns="19602" rIns="39215" bIns="19602" anchor="t" anchorCtr="0">
            <a:noAutofit/>
          </a:bodyPr>
          <a:lstStyle/>
          <a:p>
            <a:pPr marL="98060" indent="-98060">
              <a:spcBef>
                <a:spcPts val="0"/>
              </a:spcBef>
              <a:buNone/>
            </a:pPr>
            <a:r>
              <a:rPr lang="en-US" sz="2400" dirty="0"/>
              <a:t>DROP TABLE </a:t>
            </a:r>
            <a:r>
              <a:rPr lang="en-US" sz="2400" dirty="0" err="1"/>
              <a:t>nombre_tabla</a:t>
            </a:r>
            <a:r>
              <a:rPr lang="en-US" sz="2400" dirty="0"/>
              <a:t> [RESTRICT/CASCADE];</a:t>
            </a:r>
            <a:endParaRPr sz="2400" dirty="0"/>
          </a:p>
          <a:p>
            <a:pPr marL="98060" indent="-98060">
              <a:buNone/>
            </a:pPr>
            <a:endParaRPr sz="2400" dirty="0"/>
          </a:p>
        </p:txBody>
      </p:sp>
      <p:sp>
        <p:nvSpPr>
          <p:cNvPr id="9" name="Google Shape;155;p9">
            <a:extLst>
              <a:ext uri="{FF2B5EF4-FFF2-40B4-BE49-F238E27FC236}">
                <a16:creationId xmlns:a16="http://schemas.microsoft.com/office/drawing/2014/main" xmlns="" id="{7D82E035-01DC-96CB-33D7-D8CCECC394BE}"/>
              </a:ext>
            </a:extLst>
          </p:cNvPr>
          <p:cNvSpPr txBox="1">
            <a:spLocks/>
          </p:cNvSpPr>
          <p:nvPr/>
        </p:nvSpPr>
        <p:spPr>
          <a:xfrm>
            <a:off x="832121" y="1662157"/>
            <a:ext cx="7223308" cy="1458414"/>
          </a:xfrm>
          <a:prstGeom prst="rect">
            <a:avLst/>
          </a:prstGeom>
          <a:noFill/>
          <a:ln>
            <a:noFill/>
          </a:ln>
        </p:spPr>
        <p:txBody>
          <a:bodyPr spcFirstLastPara="1" wrap="square" lIns="39215" tIns="19602" rIns="39215" bIns="19602" anchor="t" anchorCtr="0">
            <a:noAutofit/>
          </a:bodyPr>
          <a:lstStyle>
            <a:defPPr marR="0" lvl="0" algn="l" rtl="0">
              <a:lnSpc>
                <a:spcPct val="100000"/>
              </a:lnSpc>
              <a:spcBef>
                <a:spcPts val="0"/>
              </a:spcBef>
              <a:spcAft>
                <a:spcPts val="0"/>
              </a:spcAft>
            </a:defPPr>
            <a:lvl1pPr marL="196118" marR="0" lvl="0" indent="-185224" algn="l" rtl="0">
              <a:lnSpc>
                <a:spcPct val="90000"/>
              </a:lnSpc>
              <a:spcBef>
                <a:spcPts val="430"/>
              </a:spcBef>
              <a:spcAft>
                <a:spcPts val="0"/>
              </a:spcAft>
              <a:buClr>
                <a:schemeClr val="dk1"/>
              </a:buClr>
              <a:buSzPts val="3200"/>
              <a:buFont typeface="Arial"/>
              <a:buChar char="•"/>
              <a:defRPr sz="1373" b="0" i="0" u="none" strike="noStrike" cap="none">
                <a:solidFill>
                  <a:schemeClr val="dk1"/>
                </a:solidFill>
                <a:latin typeface="Calibri"/>
                <a:ea typeface="Calibri"/>
                <a:cs typeface="Calibri"/>
                <a:sym typeface="Calibri"/>
              </a:defRPr>
            </a:lvl1pPr>
            <a:lvl2pPr marL="392237" marR="0" lvl="1" indent="-174327" algn="l" rtl="0">
              <a:lnSpc>
                <a:spcPct val="90000"/>
              </a:lnSpc>
              <a:spcBef>
                <a:spcPts val="214"/>
              </a:spcBef>
              <a:spcAft>
                <a:spcPts val="0"/>
              </a:spcAft>
              <a:buClr>
                <a:schemeClr val="dk1"/>
              </a:buClr>
              <a:buSzPts val="2800"/>
              <a:buFont typeface="Arial"/>
              <a:buChar char="•"/>
              <a:defRPr sz="1201" b="0" i="0" u="none" strike="noStrike" cap="none">
                <a:solidFill>
                  <a:schemeClr val="dk1"/>
                </a:solidFill>
                <a:latin typeface="Calibri"/>
                <a:ea typeface="Calibri"/>
                <a:cs typeface="Calibri"/>
                <a:sym typeface="Calibri"/>
              </a:defRPr>
            </a:lvl2pPr>
            <a:lvl3pPr marL="588354" marR="0" lvl="2" indent="-163432" algn="l" rtl="0">
              <a:lnSpc>
                <a:spcPct val="90000"/>
              </a:lnSpc>
              <a:spcBef>
                <a:spcPts val="214"/>
              </a:spcBef>
              <a:spcAft>
                <a:spcPts val="0"/>
              </a:spcAft>
              <a:buClr>
                <a:schemeClr val="dk1"/>
              </a:buClr>
              <a:buSzPts val="2400"/>
              <a:buFont typeface="Arial"/>
              <a:buChar char="•"/>
              <a:defRPr sz="1030" b="0" i="0" u="none" strike="noStrike" cap="none">
                <a:solidFill>
                  <a:schemeClr val="dk1"/>
                </a:solidFill>
                <a:latin typeface="Calibri"/>
                <a:ea typeface="Calibri"/>
                <a:cs typeface="Calibri"/>
                <a:sym typeface="Calibri"/>
              </a:defRPr>
            </a:lvl3pPr>
            <a:lvl4pPr marL="784472" marR="0" lvl="3"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4pPr>
            <a:lvl5pPr marL="980590" marR="0" lvl="4"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5pPr>
            <a:lvl6pPr marL="1176709" marR="0" lvl="5"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6pPr>
            <a:lvl7pPr marL="1372827" marR="0" lvl="6"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7pPr>
            <a:lvl8pPr marL="1568945" marR="0" lvl="7"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8pPr>
            <a:lvl9pPr marL="1765063" marR="0" lvl="8"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9pPr>
          </a:lstStyle>
          <a:p>
            <a:pPr marL="0" indent="0">
              <a:spcBef>
                <a:spcPts val="0"/>
              </a:spcBef>
              <a:buNone/>
            </a:pPr>
            <a:r>
              <a:rPr lang="en-US" sz="2400" dirty="0"/>
              <a:t>ALTER TABLE </a:t>
            </a:r>
            <a:r>
              <a:rPr lang="en-US" sz="2400" dirty="0" err="1"/>
              <a:t>nombre_tabla</a:t>
            </a:r>
            <a:r>
              <a:rPr lang="en-US" sz="2400" dirty="0"/>
              <a:t>   ADD </a:t>
            </a:r>
            <a:r>
              <a:rPr lang="en-US" sz="2400" dirty="0" err="1"/>
              <a:t>nombre_columna</a:t>
            </a:r>
            <a:r>
              <a:rPr lang="en-US" sz="2400" dirty="0"/>
              <a:t>  </a:t>
            </a:r>
            <a:r>
              <a:rPr lang="en-US" sz="2400" dirty="0" err="1"/>
              <a:t>tipo_dato</a:t>
            </a:r>
            <a:r>
              <a:rPr lang="en-US" sz="2400" dirty="0"/>
              <a:t>/</a:t>
            </a:r>
            <a:r>
              <a:rPr lang="en-US" sz="2400" dirty="0" err="1"/>
              <a:t>dominio</a:t>
            </a:r>
            <a:r>
              <a:rPr lang="en-US" sz="2400" dirty="0"/>
              <a:t> [DEFAULT valor];</a:t>
            </a:r>
          </a:p>
          <a:p>
            <a:pPr marL="98060" indent="-10895">
              <a:buFont typeface="Arial"/>
              <a:buNone/>
            </a:pPr>
            <a:endParaRPr lang="en-US" sz="2400" dirty="0"/>
          </a:p>
          <a:p>
            <a:pPr marL="0" indent="0">
              <a:buNone/>
            </a:pPr>
            <a:r>
              <a:rPr lang="en-US" sz="2400" dirty="0"/>
              <a:t>ALTER TABLE </a:t>
            </a:r>
            <a:r>
              <a:rPr lang="en-US" sz="2400" dirty="0" err="1"/>
              <a:t>nombre_tabla</a:t>
            </a:r>
            <a:r>
              <a:rPr lang="en-US" sz="2400" dirty="0"/>
              <a:t>  DROP </a:t>
            </a:r>
            <a:r>
              <a:rPr lang="en-US" sz="2400" dirty="0" err="1"/>
              <a:t>nombre_columna</a:t>
            </a:r>
            <a:r>
              <a:rPr lang="en-US" sz="2400" dirty="0"/>
              <a:t>;</a:t>
            </a:r>
          </a:p>
          <a:p>
            <a:pPr marL="98060" indent="-10895">
              <a:buFont typeface="Arial"/>
              <a:buNone/>
            </a:pPr>
            <a:endParaRPr lang="en-US" sz="2400" dirty="0"/>
          </a:p>
          <a:p>
            <a:pPr marL="98060" indent="-10895">
              <a:buFont typeface="Arial"/>
              <a:buNone/>
            </a:pPr>
            <a:endParaRPr lang="en-US" sz="2400" dirty="0"/>
          </a:p>
        </p:txBody>
      </p:sp>
      <p:sp>
        <p:nvSpPr>
          <p:cNvPr id="10" name="Google Shape;171;p11">
            <a:extLst>
              <a:ext uri="{FF2B5EF4-FFF2-40B4-BE49-F238E27FC236}">
                <a16:creationId xmlns:a16="http://schemas.microsoft.com/office/drawing/2014/main" xmlns="" id="{8A5E2DB2-749C-C17F-193F-E230B3B72596}"/>
              </a:ext>
            </a:extLst>
          </p:cNvPr>
          <p:cNvSpPr txBox="1">
            <a:spLocks/>
          </p:cNvSpPr>
          <p:nvPr/>
        </p:nvSpPr>
        <p:spPr>
          <a:xfrm>
            <a:off x="2026448" y="3654847"/>
            <a:ext cx="4834653" cy="2268946"/>
          </a:xfrm>
          <a:prstGeom prst="rect">
            <a:avLst/>
          </a:prstGeom>
          <a:noFill/>
          <a:ln>
            <a:noFill/>
          </a:ln>
        </p:spPr>
        <p:txBody>
          <a:bodyPr spcFirstLastPara="1" wrap="square" lIns="39215" tIns="19602" rIns="39215" bIns="19602" anchor="t" anchorCtr="0">
            <a:noAutofit/>
          </a:bodyPr>
          <a:lstStyle>
            <a:defPPr marR="0" lvl="0" algn="l" rtl="0">
              <a:lnSpc>
                <a:spcPct val="100000"/>
              </a:lnSpc>
              <a:spcBef>
                <a:spcPts val="0"/>
              </a:spcBef>
              <a:spcAft>
                <a:spcPts val="0"/>
              </a:spcAft>
            </a:defPPr>
            <a:lvl1pPr marL="196118" marR="0" lvl="0" indent="-185224" algn="l" rtl="0">
              <a:lnSpc>
                <a:spcPct val="90000"/>
              </a:lnSpc>
              <a:spcBef>
                <a:spcPts val="430"/>
              </a:spcBef>
              <a:spcAft>
                <a:spcPts val="0"/>
              </a:spcAft>
              <a:buClr>
                <a:schemeClr val="dk1"/>
              </a:buClr>
              <a:buSzPts val="3200"/>
              <a:buFont typeface="Arial"/>
              <a:buChar char="•"/>
              <a:defRPr sz="1373" b="0" i="0" u="none" strike="noStrike" cap="none">
                <a:solidFill>
                  <a:schemeClr val="dk1"/>
                </a:solidFill>
                <a:latin typeface="Calibri"/>
                <a:ea typeface="Calibri"/>
                <a:cs typeface="Calibri"/>
                <a:sym typeface="Calibri"/>
              </a:defRPr>
            </a:lvl1pPr>
            <a:lvl2pPr marL="392237" marR="0" lvl="1" indent="-174327" algn="l" rtl="0">
              <a:lnSpc>
                <a:spcPct val="90000"/>
              </a:lnSpc>
              <a:spcBef>
                <a:spcPts val="214"/>
              </a:spcBef>
              <a:spcAft>
                <a:spcPts val="0"/>
              </a:spcAft>
              <a:buClr>
                <a:schemeClr val="dk1"/>
              </a:buClr>
              <a:buSzPts val="2800"/>
              <a:buFont typeface="Arial"/>
              <a:buChar char="•"/>
              <a:defRPr sz="1201" b="0" i="0" u="none" strike="noStrike" cap="none">
                <a:solidFill>
                  <a:schemeClr val="dk1"/>
                </a:solidFill>
                <a:latin typeface="Calibri"/>
                <a:ea typeface="Calibri"/>
                <a:cs typeface="Calibri"/>
                <a:sym typeface="Calibri"/>
              </a:defRPr>
            </a:lvl2pPr>
            <a:lvl3pPr marL="588354" marR="0" lvl="2" indent="-163432" algn="l" rtl="0">
              <a:lnSpc>
                <a:spcPct val="90000"/>
              </a:lnSpc>
              <a:spcBef>
                <a:spcPts val="214"/>
              </a:spcBef>
              <a:spcAft>
                <a:spcPts val="0"/>
              </a:spcAft>
              <a:buClr>
                <a:schemeClr val="dk1"/>
              </a:buClr>
              <a:buSzPts val="2400"/>
              <a:buFont typeface="Arial"/>
              <a:buChar char="•"/>
              <a:defRPr sz="1030" b="0" i="0" u="none" strike="noStrike" cap="none">
                <a:solidFill>
                  <a:schemeClr val="dk1"/>
                </a:solidFill>
                <a:latin typeface="Calibri"/>
                <a:ea typeface="Calibri"/>
                <a:cs typeface="Calibri"/>
                <a:sym typeface="Calibri"/>
              </a:defRPr>
            </a:lvl3pPr>
            <a:lvl4pPr marL="784472" marR="0" lvl="3"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4pPr>
            <a:lvl5pPr marL="980590" marR="0" lvl="4"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5pPr>
            <a:lvl6pPr marL="1176709" marR="0" lvl="5"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6pPr>
            <a:lvl7pPr marL="1372827" marR="0" lvl="6"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7pPr>
            <a:lvl8pPr marL="1568945" marR="0" lvl="7"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8pPr>
            <a:lvl9pPr marL="1765063" marR="0" lvl="8"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9pPr>
          </a:lstStyle>
          <a:p>
            <a:pPr marL="342900" indent="-342900">
              <a:spcBef>
                <a:spcPts val="0"/>
              </a:spcBef>
              <a:buFont typeface="Wingdings" panose="05000000000000000000" pitchFamily="2" charset="2"/>
              <a:buChar char="ü"/>
            </a:pPr>
            <a:r>
              <a:rPr lang="es-ES" sz="2400" dirty="0"/>
              <a:t>Selección de tuplas</a:t>
            </a:r>
          </a:p>
          <a:p>
            <a:pPr marL="0" indent="0">
              <a:spcBef>
                <a:spcPts val="0"/>
              </a:spcBef>
              <a:buNone/>
            </a:pPr>
            <a:endParaRPr lang="es-ES" sz="2400" dirty="0"/>
          </a:p>
          <a:p>
            <a:pPr marL="342900" indent="-342900">
              <a:spcBef>
                <a:spcPts val="0"/>
              </a:spcBef>
              <a:buFont typeface="Wingdings" panose="05000000000000000000" pitchFamily="2" charset="2"/>
              <a:buChar char="ü"/>
            </a:pPr>
            <a:r>
              <a:rPr lang="es-ES" sz="2400" dirty="0"/>
              <a:t>Inserción de tuplas</a:t>
            </a:r>
          </a:p>
          <a:p>
            <a:pPr marL="430065" indent="-342900">
              <a:buFont typeface="Wingdings" panose="05000000000000000000" pitchFamily="2" charset="2"/>
              <a:buChar char="ü"/>
            </a:pPr>
            <a:endParaRPr lang="es-ES" sz="2400" dirty="0"/>
          </a:p>
          <a:p>
            <a:pPr marL="342900" indent="-342900">
              <a:buFont typeface="Wingdings" panose="05000000000000000000" pitchFamily="2" charset="2"/>
              <a:buChar char="ü"/>
            </a:pPr>
            <a:r>
              <a:rPr lang="es-ES" sz="2400" dirty="0"/>
              <a:t>Modificación de tuplas</a:t>
            </a:r>
          </a:p>
          <a:p>
            <a:pPr marL="430065" indent="-342900">
              <a:buFont typeface="Wingdings" panose="05000000000000000000" pitchFamily="2" charset="2"/>
              <a:buChar char="ü"/>
            </a:pPr>
            <a:endParaRPr lang="es-ES" sz="2400" dirty="0"/>
          </a:p>
          <a:p>
            <a:pPr marL="342900" indent="-342900">
              <a:buFont typeface="Wingdings" panose="05000000000000000000" pitchFamily="2" charset="2"/>
              <a:buChar char="ü"/>
            </a:pPr>
            <a:r>
              <a:rPr lang="es-ES" sz="2400" dirty="0"/>
              <a:t>Eliminación de tuplas</a:t>
            </a:r>
          </a:p>
          <a:p>
            <a:pPr marL="430065" indent="-342900">
              <a:buFont typeface="Wingdings" panose="05000000000000000000" pitchFamily="2" charset="2"/>
              <a:buChar char="ü"/>
            </a:pPr>
            <a:endParaRPr lang="es-ES" sz="2400" dirty="0"/>
          </a:p>
        </p:txBody>
      </p:sp>
      <p:sp>
        <p:nvSpPr>
          <p:cNvPr id="11" name="Google Shape;162;p10">
            <a:extLst>
              <a:ext uri="{FF2B5EF4-FFF2-40B4-BE49-F238E27FC236}">
                <a16:creationId xmlns:a16="http://schemas.microsoft.com/office/drawing/2014/main" xmlns="" id="{13494EC9-2E10-3097-D1F1-030D93838DBF}"/>
              </a:ext>
            </a:extLst>
          </p:cNvPr>
          <p:cNvSpPr txBox="1">
            <a:spLocks noGrp="1"/>
          </p:cNvSpPr>
          <p:nvPr>
            <p:ph type="title"/>
          </p:nvPr>
        </p:nvSpPr>
        <p:spPr>
          <a:xfrm>
            <a:off x="3431303" y="3348037"/>
            <a:ext cx="1264976" cy="306810"/>
          </a:xfrm>
          <a:prstGeom prst="rect">
            <a:avLst/>
          </a:prstGeom>
          <a:noFill/>
          <a:ln>
            <a:noFill/>
          </a:ln>
        </p:spPr>
        <p:txBody>
          <a:bodyPr spcFirstLastPara="1" wrap="square" lIns="39215" tIns="19602" rIns="39215" bIns="19602" anchor="b" anchorCtr="0">
            <a:noAutofit/>
          </a:bodyPr>
          <a:lstStyle/>
          <a:p>
            <a:r>
              <a:rPr lang="en-US" sz="2400" b="1" dirty="0"/>
              <a:t>DML</a:t>
            </a:r>
            <a:endParaRPr sz="24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5" name="Google Shape;165;p10"/>
          <p:cNvSpPr txBox="1">
            <a:spLocks noGrp="1"/>
          </p:cNvSpPr>
          <p:nvPr>
            <p:ph type="sldNum" idx="12"/>
          </p:nvPr>
        </p:nvSpPr>
        <p:spPr>
          <a:xfrm>
            <a:off x="5272982" y="4603653"/>
            <a:ext cx="882471" cy="156611"/>
          </a:xfrm>
          <a:prstGeom prst="rect">
            <a:avLst/>
          </a:prstGeom>
          <a:noFill/>
          <a:ln>
            <a:noFill/>
          </a:ln>
        </p:spPr>
        <p:txBody>
          <a:bodyPr spcFirstLastPara="1" wrap="square" lIns="39215" tIns="19602" rIns="39215" bIns="19602" anchor="ctr" anchorCtr="0">
            <a:normAutofit/>
          </a:bodyPr>
          <a:lstStyle/>
          <a:p>
            <a:fld id="{00000000-1234-1234-1234-123412341234}" type="slidenum">
              <a:rPr lang="en-US"/>
              <a:pPr/>
              <a:t>6</a:t>
            </a:fld>
            <a:endParaRPr/>
          </a:p>
        </p:txBody>
      </p:sp>
      <p:sp>
        <p:nvSpPr>
          <p:cNvPr id="7" name="Google Shape;179;p12">
            <a:extLst>
              <a:ext uri="{FF2B5EF4-FFF2-40B4-BE49-F238E27FC236}">
                <a16:creationId xmlns:a16="http://schemas.microsoft.com/office/drawing/2014/main" xmlns="" id="{218F5297-183A-BB08-EE8E-047DB3E99AB2}"/>
              </a:ext>
            </a:extLst>
          </p:cNvPr>
          <p:cNvSpPr txBox="1">
            <a:spLocks/>
          </p:cNvSpPr>
          <p:nvPr/>
        </p:nvSpPr>
        <p:spPr>
          <a:xfrm>
            <a:off x="342458" y="939868"/>
            <a:ext cx="8243183" cy="1448298"/>
          </a:xfrm>
          <a:prstGeom prst="rect">
            <a:avLst/>
          </a:prstGeom>
          <a:noFill/>
          <a:ln>
            <a:noFill/>
          </a:ln>
        </p:spPr>
        <p:txBody>
          <a:bodyPr spcFirstLastPara="1" wrap="square" lIns="39215" tIns="19602" rIns="39215" bIns="19602" anchor="t" anchorCtr="0">
            <a:noAutofit/>
          </a:bodyPr>
          <a:lstStyle>
            <a:defPPr marR="0" lvl="0" algn="l" rtl="0">
              <a:lnSpc>
                <a:spcPct val="100000"/>
              </a:lnSpc>
              <a:spcBef>
                <a:spcPts val="0"/>
              </a:spcBef>
              <a:spcAft>
                <a:spcPts val="0"/>
              </a:spcAft>
            </a:defPPr>
            <a:lvl1pPr marL="196118" marR="0" lvl="0" indent="-185224" algn="l" rtl="0">
              <a:lnSpc>
                <a:spcPct val="90000"/>
              </a:lnSpc>
              <a:spcBef>
                <a:spcPts val="430"/>
              </a:spcBef>
              <a:spcAft>
                <a:spcPts val="0"/>
              </a:spcAft>
              <a:buClr>
                <a:schemeClr val="dk1"/>
              </a:buClr>
              <a:buSzPts val="3200"/>
              <a:buFont typeface="Arial"/>
              <a:buChar char="•"/>
              <a:defRPr sz="1373" b="0" i="0" u="none" strike="noStrike" cap="none">
                <a:solidFill>
                  <a:schemeClr val="dk1"/>
                </a:solidFill>
                <a:latin typeface="Calibri"/>
                <a:ea typeface="Calibri"/>
                <a:cs typeface="Calibri"/>
                <a:sym typeface="Calibri"/>
              </a:defRPr>
            </a:lvl1pPr>
            <a:lvl2pPr marL="392237" marR="0" lvl="1" indent="-174327" algn="l" rtl="0">
              <a:lnSpc>
                <a:spcPct val="90000"/>
              </a:lnSpc>
              <a:spcBef>
                <a:spcPts val="214"/>
              </a:spcBef>
              <a:spcAft>
                <a:spcPts val="0"/>
              </a:spcAft>
              <a:buClr>
                <a:schemeClr val="dk1"/>
              </a:buClr>
              <a:buSzPts val="2800"/>
              <a:buFont typeface="Arial"/>
              <a:buChar char="•"/>
              <a:defRPr sz="1201" b="0" i="0" u="none" strike="noStrike" cap="none">
                <a:solidFill>
                  <a:schemeClr val="dk1"/>
                </a:solidFill>
                <a:latin typeface="Calibri"/>
                <a:ea typeface="Calibri"/>
                <a:cs typeface="Calibri"/>
                <a:sym typeface="Calibri"/>
              </a:defRPr>
            </a:lvl2pPr>
            <a:lvl3pPr marL="588354" marR="0" lvl="2" indent="-163432" algn="l" rtl="0">
              <a:lnSpc>
                <a:spcPct val="90000"/>
              </a:lnSpc>
              <a:spcBef>
                <a:spcPts val="214"/>
              </a:spcBef>
              <a:spcAft>
                <a:spcPts val="0"/>
              </a:spcAft>
              <a:buClr>
                <a:schemeClr val="dk1"/>
              </a:buClr>
              <a:buSzPts val="2400"/>
              <a:buFont typeface="Arial"/>
              <a:buChar char="•"/>
              <a:defRPr sz="1030" b="0" i="0" u="none" strike="noStrike" cap="none">
                <a:solidFill>
                  <a:schemeClr val="dk1"/>
                </a:solidFill>
                <a:latin typeface="Calibri"/>
                <a:ea typeface="Calibri"/>
                <a:cs typeface="Calibri"/>
                <a:sym typeface="Calibri"/>
              </a:defRPr>
            </a:lvl3pPr>
            <a:lvl4pPr marL="784472" marR="0" lvl="3"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4pPr>
            <a:lvl5pPr marL="980590" marR="0" lvl="4"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5pPr>
            <a:lvl6pPr marL="1176709" marR="0" lvl="5"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6pPr>
            <a:lvl7pPr marL="1372827" marR="0" lvl="6"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7pPr>
            <a:lvl8pPr marL="1568945" marR="0" lvl="7"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8pPr>
            <a:lvl9pPr marL="1765063" marR="0" lvl="8"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9pPr>
          </a:lstStyle>
          <a:p>
            <a:pPr marL="261491" indent="-261491">
              <a:spcBef>
                <a:spcPts val="0"/>
              </a:spcBef>
              <a:buSzPct val="100000"/>
              <a:buFont typeface="Arial"/>
              <a:buNone/>
            </a:pPr>
            <a:r>
              <a:rPr lang="es-ES" sz="1800" b="1" dirty="0"/>
              <a:t>INSERT</a:t>
            </a:r>
            <a:r>
              <a:rPr lang="es-ES" sz="1800" dirty="0"/>
              <a:t> INTO &lt;tabla&gt; [&lt;</a:t>
            </a:r>
            <a:r>
              <a:rPr lang="es-ES" sz="1800" dirty="0" err="1"/>
              <a:t>colum_i</a:t>
            </a:r>
            <a:r>
              <a:rPr lang="es-ES" sz="1800" dirty="0"/>
              <a:t>, …, </a:t>
            </a:r>
            <a:r>
              <a:rPr lang="es-ES" sz="1800" dirty="0" err="1"/>
              <a:t>colum_j</a:t>
            </a:r>
            <a:r>
              <a:rPr lang="es-ES" sz="1800" dirty="0"/>
              <a:t>&gt;] </a:t>
            </a:r>
          </a:p>
          <a:p>
            <a:pPr marL="261491" indent="-261491">
              <a:buSzPct val="100000"/>
              <a:buFont typeface="Arial"/>
              <a:buNone/>
            </a:pPr>
            <a:r>
              <a:rPr lang="es-ES" sz="1800" dirty="0"/>
              <a:t>	VALUES (&lt;</a:t>
            </a:r>
            <a:r>
              <a:rPr lang="es-ES" sz="1800" dirty="0" err="1"/>
              <a:t>valor_i</a:t>
            </a:r>
            <a:r>
              <a:rPr lang="es-ES" sz="1800" dirty="0"/>
              <a:t>, …, </a:t>
            </a:r>
            <a:r>
              <a:rPr lang="es-ES" sz="1800" dirty="0" err="1"/>
              <a:t>valor_j</a:t>
            </a:r>
            <a:r>
              <a:rPr lang="es-ES" sz="1800" dirty="0"/>
              <a:t>&gt;);</a:t>
            </a:r>
          </a:p>
          <a:p>
            <a:pPr marL="261491" indent="-261491">
              <a:buSzPct val="100000"/>
              <a:buFont typeface="Arial"/>
              <a:buNone/>
            </a:pPr>
            <a:endParaRPr lang="es-ES" sz="1800" dirty="0"/>
          </a:p>
          <a:p>
            <a:pPr marL="261491" indent="-261491">
              <a:buSzPct val="100000"/>
            </a:pPr>
            <a:r>
              <a:rPr lang="es-ES" sz="1600" dirty="0"/>
              <a:t>Para cada columna debe ser especificado un valor. </a:t>
            </a:r>
          </a:p>
          <a:p>
            <a:pPr marL="261491" indent="-261491">
              <a:buSzPct val="100000"/>
            </a:pPr>
            <a:r>
              <a:rPr lang="es-ES" sz="1600" dirty="0"/>
              <a:t>Si no se especifica una columna de la tabla, se almacenará en ella un valor nulo.</a:t>
            </a:r>
          </a:p>
          <a:p>
            <a:pPr marL="261491" indent="-261491">
              <a:buSzPct val="100000"/>
            </a:pPr>
            <a:r>
              <a:rPr lang="es-ES" sz="1600" dirty="0"/>
              <a:t>Si no se especifican las columnas se asumirá el orden especificado en el </a:t>
            </a:r>
            <a:r>
              <a:rPr lang="es-ES" sz="1600" dirty="0" err="1"/>
              <a:t>create</a:t>
            </a:r>
            <a:r>
              <a:rPr lang="es-ES" sz="1600" dirty="0"/>
              <a:t>.</a:t>
            </a:r>
          </a:p>
          <a:p>
            <a:pPr marL="261491" indent="-208729">
              <a:buSzPct val="100000"/>
              <a:buFont typeface="Arial"/>
              <a:buNone/>
            </a:pPr>
            <a:endParaRPr lang="es-ES" sz="1800" dirty="0"/>
          </a:p>
          <a:p>
            <a:pPr marL="261491" indent="-208729">
              <a:buSzPct val="100000"/>
              <a:buFont typeface="Arial"/>
              <a:buNone/>
            </a:pPr>
            <a:endParaRPr lang="es-ES" sz="1800" dirty="0"/>
          </a:p>
        </p:txBody>
      </p:sp>
      <p:sp>
        <p:nvSpPr>
          <p:cNvPr id="9" name="Google Shape;195;p14">
            <a:extLst>
              <a:ext uri="{FF2B5EF4-FFF2-40B4-BE49-F238E27FC236}">
                <a16:creationId xmlns:a16="http://schemas.microsoft.com/office/drawing/2014/main" xmlns="" id="{BCD205E5-E66A-1321-3503-7A6FEE4EB98D}"/>
              </a:ext>
            </a:extLst>
          </p:cNvPr>
          <p:cNvSpPr txBox="1">
            <a:spLocks/>
          </p:cNvSpPr>
          <p:nvPr/>
        </p:nvSpPr>
        <p:spPr>
          <a:xfrm>
            <a:off x="342458" y="2760863"/>
            <a:ext cx="8243183" cy="2530976"/>
          </a:xfrm>
          <a:prstGeom prst="rect">
            <a:avLst/>
          </a:prstGeom>
          <a:noFill/>
          <a:ln>
            <a:noFill/>
          </a:ln>
        </p:spPr>
        <p:txBody>
          <a:bodyPr spcFirstLastPara="1" wrap="square" lIns="39215" tIns="19602" rIns="39215" bIns="19602" anchor="t" anchorCtr="0">
            <a:noAutofit/>
          </a:bodyPr>
          <a:lstStyle>
            <a:defPPr marR="0" lvl="0" algn="l" rtl="0">
              <a:lnSpc>
                <a:spcPct val="100000"/>
              </a:lnSpc>
              <a:spcBef>
                <a:spcPts val="0"/>
              </a:spcBef>
              <a:spcAft>
                <a:spcPts val="0"/>
              </a:spcAft>
            </a:defPPr>
            <a:lvl1pPr marL="196118" marR="0" lvl="0" indent="-185224" algn="l" rtl="0">
              <a:lnSpc>
                <a:spcPct val="90000"/>
              </a:lnSpc>
              <a:spcBef>
                <a:spcPts val="430"/>
              </a:spcBef>
              <a:spcAft>
                <a:spcPts val="0"/>
              </a:spcAft>
              <a:buClr>
                <a:schemeClr val="dk1"/>
              </a:buClr>
              <a:buSzPts val="3200"/>
              <a:buFont typeface="Arial"/>
              <a:buChar char="•"/>
              <a:defRPr sz="1373" b="0" i="0" u="none" strike="noStrike" cap="none">
                <a:solidFill>
                  <a:schemeClr val="dk1"/>
                </a:solidFill>
                <a:latin typeface="Calibri"/>
                <a:ea typeface="Calibri"/>
                <a:cs typeface="Calibri"/>
                <a:sym typeface="Calibri"/>
              </a:defRPr>
            </a:lvl1pPr>
            <a:lvl2pPr marL="392237" marR="0" lvl="1" indent="-174327" algn="l" rtl="0">
              <a:lnSpc>
                <a:spcPct val="90000"/>
              </a:lnSpc>
              <a:spcBef>
                <a:spcPts val="214"/>
              </a:spcBef>
              <a:spcAft>
                <a:spcPts val="0"/>
              </a:spcAft>
              <a:buClr>
                <a:schemeClr val="dk1"/>
              </a:buClr>
              <a:buSzPts val="2800"/>
              <a:buFont typeface="Arial"/>
              <a:buChar char="•"/>
              <a:defRPr sz="1201" b="0" i="0" u="none" strike="noStrike" cap="none">
                <a:solidFill>
                  <a:schemeClr val="dk1"/>
                </a:solidFill>
                <a:latin typeface="Calibri"/>
                <a:ea typeface="Calibri"/>
                <a:cs typeface="Calibri"/>
                <a:sym typeface="Calibri"/>
              </a:defRPr>
            </a:lvl2pPr>
            <a:lvl3pPr marL="588354" marR="0" lvl="2" indent="-163432" algn="l" rtl="0">
              <a:lnSpc>
                <a:spcPct val="90000"/>
              </a:lnSpc>
              <a:spcBef>
                <a:spcPts val="214"/>
              </a:spcBef>
              <a:spcAft>
                <a:spcPts val="0"/>
              </a:spcAft>
              <a:buClr>
                <a:schemeClr val="dk1"/>
              </a:buClr>
              <a:buSzPts val="2400"/>
              <a:buFont typeface="Arial"/>
              <a:buChar char="•"/>
              <a:defRPr sz="1030" b="0" i="0" u="none" strike="noStrike" cap="none">
                <a:solidFill>
                  <a:schemeClr val="dk1"/>
                </a:solidFill>
                <a:latin typeface="Calibri"/>
                <a:ea typeface="Calibri"/>
                <a:cs typeface="Calibri"/>
                <a:sym typeface="Calibri"/>
              </a:defRPr>
            </a:lvl3pPr>
            <a:lvl4pPr marL="784472" marR="0" lvl="3"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4pPr>
            <a:lvl5pPr marL="980590" marR="0" lvl="4"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5pPr>
            <a:lvl6pPr marL="1176709" marR="0" lvl="5"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6pPr>
            <a:lvl7pPr marL="1372827" marR="0" lvl="6"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7pPr>
            <a:lvl8pPr marL="1568945" marR="0" lvl="7"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8pPr>
            <a:lvl9pPr marL="1765063" marR="0" lvl="8"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9pPr>
          </a:lstStyle>
          <a:p>
            <a:pPr marL="261491" indent="-261491">
              <a:spcBef>
                <a:spcPts val="0"/>
              </a:spcBef>
              <a:buSzPct val="100000"/>
              <a:buFont typeface="Arial"/>
              <a:buNone/>
            </a:pPr>
            <a:r>
              <a:rPr lang="en-US" sz="1600" b="1" dirty="0">
                <a:latin typeface="+mn-lt"/>
              </a:rPr>
              <a:t>UPDATE</a:t>
            </a:r>
            <a:r>
              <a:rPr lang="en-US" sz="1600" dirty="0">
                <a:latin typeface="+mn-lt"/>
              </a:rPr>
              <a:t> &lt;</a:t>
            </a:r>
            <a:r>
              <a:rPr lang="en-US" sz="1600" dirty="0" err="1">
                <a:latin typeface="+mn-lt"/>
              </a:rPr>
              <a:t>tabla</a:t>
            </a:r>
            <a:r>
              <a:rPr lang="en-US" sz="1600" dirty="0">
                <a:latin typeface="+mn-lt"/>
              </a:rPr>
              <a:t>&gt; </a:t>
            </a:r>
          </a:p>
          <a:p>
            <a:pPr marL="261491" indent="-261491">
              <a:buSzPct val="100000"/>
              <a:buFont typeface="Arial"/>
              <a:buNone/>
            </a:pPr>
            <a:r>
              <a:rPr lang="en-US" sz="1600" dirty="0">
                <a:latin typeface="+mn-lt"/>
              </a:rPr>
              <a:t>SET&lt;</a:t>
            </a:r>
            <a:r>
              <a:rPr lang="en-US" sz="1600" dirty="0" err="1">
                <a:latin typeface="+mn-lt"/>
              </a:rPr>
              <a:t>colum_i</a:t>
            </a:r>
            <a:r>
              <a:rPr lang="en-US" sz="1600" dirty="0">
                <a:latin typeface="+mn-lt"/>
              </a:rPr>
              <a:t>&gt;=&lt;</a:t>
            </a:r>
            <a:r>
              <a:rPr lang="en-US" sz="1600" dirty="0" err="1">
                <a:latin typeface="+mn-lt"/>
              </a:rPr>
              <a:t>expr_i</a:t>
            </a:r>
            <a:r>
              <a:rPr lang="en-US" sz="1600" dirty="0">
                <a:latin typeface="+mn-lt"/>
              </a:rPr>
              <a:t>&gt;, …, &lt;</a:t>
            </a:r>
            <a:r>
              <a:rPr lang="en-US" sz="1600" dirty="0" err="1">
                <a:latin typeface="+mn-lt"/>
              </a:rPr>
              <a:t>expr_j</a:t>
            </a:r>
            <a:r>
              <a:rPr lang="en-US" sz="1600" dirty="0">
                <a:latin typeface="+mn-lt"/>
              </a:rPr>
              <a:t>&gt; = &lt;</a:t>
            </a:r>
            <a:r>
              <a:rPr lang="en-US" sz="1600" dirty="0" err="1">
                <a:latin typeface="+mn-lt"/>
              </a:rPr>
              <a:t>expr_j</a:t>
            </a:r>
            <a:r>
              <a:rPr lang="en-US" sz="1600" dirty="0">
                <a:latin typeface="+mn-lt"/>
              </a:rPr>
              <a:t>&gt;</a:t>
            </a:r>
          </a:p>
          <a:p>
            <a:pPr marL="98060" indent="-98060">
              <a:spcBef>
                <a:spcPts val="198"/>
              </a:spcBef>
              <a:buClr>
                <a:schemeClr val="hlink"/>
              </a:buClr>
              <a:buSzPct val="100000"/>
              <a:buFont typeface="Arial"/>
              <a:buNone/>
            </a:pPr>
            <a:r>
              <a:rPr lang="en-US" sz="1600" dirty="0">
                <a:latin typeface="+mn-lt"/>
              </a:rPr>
              <a:t>[WHERE  &lt;</a:t>
            </a:r>
            <a:r>
              <a:rPr lang="en-US" sz="1600" dirty="0" err="1">
                <a:latin typeface="+mn-lt"/>
              </a:rPr>
              <a:t>condición</a:t>
            </a:r>
            <a:r>
              <a:rPr lang="en-US" sz="1600" dirty="0">
                <a:latin typeface="+mn-lt"/>
              </a:rPr>
              <a:t>&gt;];</a:t>
            </a:r>
          </a:p>
          <a:p>
            <a:pPr marL="98060" indent="-98060">
              <a:spcBef>
                <a:spcPts val="198"/>
              </a:spcBef>
              <a:buClr>
                <a:schemeClr val="hlink"/>
              </a:buClr>
              <a:buSzPct val="100000"/>
              <a:buFont typeface="Arial"/>
              <a:buNone/>
            </a:pPr>
            <a:r>
              <a:rPr lang="en-US" sz="1600" dirty="0" err="1">
                <a:latin typeface="+mn-lt"/>
              </a:rPr>
              <a:t>Donde</a:t>
            </a:r>
            <a:r>
              <a:rPr lang="en-US" sz="1600" dirty="0">
                <a:latin typeface="+mn-lt"/>
              </a:rPr>
              <a:t>:</a:t>
            </a:r>
          </a:p>
          <a:p>
            <a:pPr marL="294178" lvl="1" indent="-98060">
              <a:spcBef>
                <a:spcPts val="175"/>
              </a:spcBef>
              <a:buClr>
                <a:schemeClr val="hlink"/>
              </a:buClr>
              <a:buSzPct val="100000"/>
              <a:buFont typeface="Arial"/>
              <a:buNone/>
            </a:pPr>
            <a:r>
              <a:rPr lang="en-US" sz="1600" dirty="0">
                <a:latin typeface="+mn-lt"/>
              </a:rPr>
              <a:t> &lt;expr&gt; </a:t>
            </a:r>
            <a:r>
              <a:rPr lang="en-US" sz="1600" dirty="0" err="1">
                <a:latin typeface="+mn-lt"/>
              </a:rPr>
              <a:t>puede</a:t>
            </a:r>
            <a:r>
              <a:rPr lang="en-US" sz="1600" dirty="0">
                <a:latin typeface="+mn-lt"/>
              </a:rPr>
              <a:t> ser </a:t>
            </a:r>
            <a:r>
              <a:rPr lang="en-US" sz="1600" dirty="0" err="1">
                <a:latin typeface="+mn-lt"/>
              </a:rPr>
              <a:t>una</a:t>
            </a:r>
            <a:r>
              <a:rPr lang="en-US" sz="1600" dirty="0">
                <a:latin typeface="+mn-lt"/>
              </a:rPr>
              <a:t> </a:t>
            </a:r>
            <a:r>
              <a:rPr lang="en-US" sz="1600" dirty="0" err="1">
                <a:latin typeface="+mn-lt"/>
              </a:rPr>
              <a:t>constante</a:t>
            </a:r>
            <a:r>
              <a:rPr lang="en-US" sz="1600" dirty="0">
                <a:latin typeface="+mn-lt"/>
              </a:rPr>
              <a:t>, </a:t>
            </a:r>
            <a:r>
              <a:rPr lang="en-US" sz="1600" dirty="0" err="1">
                <a:latin typeface="+mn-lt"/>
              </a:rPr>
              <a:t>una</a:t>
            </a:r>
            <a:r>
              <a:rPr lang="en-US" sz="1600" dirty="0">
                <a:latin typeface="+mn-lt"/>
              </a:rPr>
              <a:t> </a:t>
            </a:r>
            <a:r>
              <a:rPr lang="en-US" sz="1600" dirty="0" err="1">
                <a:latin typeface="+mn-lt"/>
              </a:rPr>
              <a:t>expresión</a:t>
            </a:r>
            <a:r>
              <a:rPr lang="en-US" sz="1600" dirty="0">
                <a:latin typeface="+mn-lt"/>
              </a:rPr>
              <a:t> </a:t>
            </a:r>
            <a:r>
              <a:rPr lang="en-US" sz="1600" dirty="0" err="1">
                <a:latin typeface="+mn-lt"/>
              </a:rPr>
              <a:t>aritmética</a:t>
            </a:r>
            <a:r>
              <a:rPr lang="en-US" sz="1600" dirty="0">
                <a:latin typeface="+mn-lt"/>
              </a:rPr>
              <a:t> o un query</a:t>
            </a:r>
          </a:p>
          <a:p>
            <a:pPr marL="98060" indent="-98060">
              <a:spcBef>
                <a:spcPts val="198"/>
              </a:spcBef>
              <a:buClr>
                <a:schemeClr val="hlink"/>
              </a:buClr>
              <a:buSzPct val="100000"/>
              <a:buFont typeface="Arial"/>
              <a:buNone/>
            </a:pPr>
            <a:r>
              <a:rPr lang="en-US" sz="1600" dirty="0" err="1">
                <a:latin typeface="+mn-lt"/>
              </a:rPr>
              <a:t>Ejemplo</a:t>
            </a:r>
            <a:r>
              <a:rPr lang="en-US" sz="1600" dirty="0">
                <a:latin typeface="+mn-lt"/>
              </a:rPr>
              <a:t>:</a:t>
            </a:r>
          </a:p>
          <a:p>
            <a:pPr marL="98060" indent="-98060">
              <a:spcBef>
                <a:spcPts val="198"/>
              </a:spcBef>
              <a:buClr>
                <a:schemeClr val="hlink"/>
              </a:buClr>
              <a:buSzPct val="100000"/>
              <a:buFont typeface="Arial"/>
              <a:buNone/>
            </a:pPr>
            <a:r>
              <a:rPr lang="en-US" sz="1600" dirty="0">
                <a:latin typeface="+mn-lt"/>
              </a:rPr>
              <a:t>	UPDATE  EMP </a:t>
            </a:r>
          </a:p>
          <a:p>
            <a:pPr marL="294178" lvl="1" indent="-98060">
              <a:spcBef>
                <a:spcPts val="175"/>
              </a:spcBef>
              <a:buClr>
                <a:schemeClr val="hlink"/>
              </a:buClr>
              <a:buSzPct val="100000"/>
              <a:buFont typeface="Arial"/>
              <a:buNone/>
            </a:pPr>
            <a:r>
              <a:rPr lang="en-US" sz="1600" dirty="0">
                <a:latin typeface="+mn-lt"/>
              </a:rPr>
              <a:t>SET </a:t>
            </a:r>
            <a:r>
              <a:rPr lang="en-US" sz="1600" dirty="0" err="1">
                <a:latin typeface="+mn-lt"/>
              </a:rPr>
              <a:t>sal</a:t>
            </a:r>
            <a:r>
              <a:rPr lang="en-US" sz="1600" dirty="0">
                <a:latin typeface="+mn-lt"/>
              </a:rPr>
              <a:t> = (select min(</a:t>
            </a:r>
            <a:r>
              <a:rPr lang="en-US" sz="1600" dirty="0" err="1">
                <a:latin typeface="+mn-lt"/>
              </a:rPr>
              <a:t>sal</a:t>
            </a:r>
            <a:r>
              <a:rPr lang="en-US" sz="1600" dirty="0">
                <a:latin typeface="+mn-lt"/>
              </a:rPr>
              <a:t>) from EMP where job=‘MANAGER’)</a:t>
            </a:r>
          </a:p>
          <a:p>
            <a:pPr marL="294178" lvl="1" indent="-98060">
              <a:spcBef>
                <a:spcPts val="175"/>
              </a:spcBef>
              <a:buClr>
                <a:schemeClr val="hlink"/>
              </a:buClr>
              <a:buSzPct val="100000"/>
              <a:buFont typeface="Arial"/>
              <a:buNone/>
            </a:pPr>
            <a:r>
              <a:rPr lang="en-US" sz="1600" dirty="0">
                <a:latin typeface="+mn-lt"/>
              </a:rPr>
              <a:t>WHERE job=‘SALESMAN’ and </a:t>
            </a:r>
            <a:r>
              <a:rPr lang="en-US" sz="1600" dirty="0" err="1">
                <a:latin typeface="+mn-lt"/>
              </a:rPr>
              <a:t>deptno</a:t>
            </a:r>
            <a:r>
              <a:rPr lang="en-US" sz="1600" dirty="0">
                <a:latin typeface="+mn-lt"/>
              </a:rPr>
              <a:t>=20; </a:t>
            </a:r>
          </a:p>
          <a:p>
            <a:pPr marL="261491" indent="-261491">
              <a:buSzPct val="100000"/>
              <a:buFont typeface="Arial"/>
              <a:buNone/>
            </a:pPr>
            <a:endParaRPr lang="en-US" sz="1600" dirty="0">
              <a:latin typeface="+mn-lt"/>
            </a:endParaRPr>
          </a:p>
          <a:p>
            <a:pPr marL="261491" indent="-206060">
              <a:buSzPct val="100000"/>
              <a:buFont typeface="Arial"/>
              <a:buNone/>
            </a:pPr>
            <a:endParaRPr lang="en-US" sz="1600" i="1" dirty="0">
              <a:latin typeface="+mn-lt"/>
              <a:ea typeface="Comic Sans MS"/>
              <a:cs typeface="Comic Sans MS"/>
              <a:sym typeface="Comic Sans MS"/>
            </a:endParaRPr>
          </a:p>
          <a:p>
            <a:pPr marL="261491" indent="-261491">
              <a:buSzPct val="100000"/>
              <a:buFont typeface="Arial"/>
              <a:buNone/>
            </a:pPr>
            <a:endParaRPr lang="en-US" sz="1600" b="1" i="1" dirty="0">
              <a:latin typeface="+mn-lt"/>
              <a:ea typeface="Comic Sans MS"/>
              <a:cs typeface="Comic Sans MS"/>
              <a:sym typeface="Comic Sans MS"/>
            </a:endParaRPr>
          </a:p>
        </p:txBody>
      </p:sp>
      <p:sp>
        <p:nvSpPr>
          <p:cNvPr id="14" name="Google Shape;212;p16">
            <a:extLst>
              <a:ext uri="{FF2B5EF4-FFF2-40B4-BE49-F238E27FC236}">
                <a16:creationId xmlns:a16="http://schemas.microsoft.com/office/drawing/2014/main" xmlns="" id="{2D8C2E67-F50D-07A3-861A-1B2596D6618D}"/>
              </a:ext>
            </a:extLst>
          </p:cNvPr>
          <p:cNvSpPr txBox="1">
            <a:spLocks noGrp="1"/>
          </p:cNvSpPr>
          <p:nvPr>
            <p:ph type="body" idx="1"/>
          </p:nvPr>
        </p:nvSpPr>
        <p:spPr>
          <a:xfrm>
            <a:off x="342458" y="5416296"/>
            <a:ext cx="7466228" cy="496479"/>
          </a:xfrm>
          <a:prstGeom prst="rect">
            <a:avLst/>
          </a:prstGeom>
          <a:noFill/>
          <a:ln>
            <a:noFill/>
          </a:ln>
        </p:spPr>
        <p:txBody>
          <a:bodyPr spcFirstLastPara="1" wrap="square" lIns="39215" tIns="19602" rIns="39215" bIns="19602" anchor="t" anchorCtr="0">
            <a:normAutofit/>
          </a:bodyPr>
          <a:lstStyle/>
          <a:p>
            <a:pPr marL="261491" indent="-261491">
              <a:spcBef>
                <a:spcPts val="0"/>
              </a:spcBef>
              <a:buSzPts val="2300"/>
              <a:buNone/>
            </a:pPr>
            <a:r>
              <a:rPr lang="en-US" sz="1600" b="1" dirty="0">
                <a:latin typeface="+mn-lt"/>
              </a:rPr>
              <a:t>DELETE</a:t>
            </a:r>
            <a:r>
              <a:rPr lang="en-US" sz="1600" dirty="0">
                <a:latin typeface="+mn-lt"/>
              </a:rPr>
              <a:t>  FROM &lt;</a:t>
            </a:r>
            <a:r>
              <a:rPr lang="en-US" sz="1600" dirty="0" err="1">
                <a:latin typeface="+mn-lt"/>
              </a:rPr>
              <a:t>tabla</a:t>
            </a:r>
            <a:r>
              <a:rPr lang="en-US" sz="1600" dirty="0">
                <a:latin typeface="+mn-lt"/>
              </a:rPr>
              <a:t>&gt; [WHERE  &lt;</a:t>
            </a:r>
            <a:r>
              <a:rPr lang="en-US" sz="1600" dirty="0" err="1">
                <a:latin typeface="+mn-lt"/>
              </a:rPr>
              <a:t>condición</a:t>
            </a:r>
            <a:r>
              <a:rPr lang="en-US" sz="1600" dirty="0">
                <a:latin typeface="+mn-lt"/>
              </a:rPr>
              <a:t>&gt;];</a:t>
            </a:r>
            <a:endParaRPr sz="1600" dirty="0">
              <a:latin typeface="+mn-lt"/>
            </a:endParaRPr>
          </a:p>
          <a:p>
            <a:pPr marL="261491" indent="-201566">
              <a:buSzPts val="2200"/>
              <a:buNone/>
            </a:pPr>
            <a:endParaRPr sz="1600" i="1" dirty="0">
              <a:latin typeface="+mn-lt"/>
              <a:ea typeface="Comic Sans MS"/>
              <a:cs typeface="Comic Sans MS"/>
              <a:sym typeface="Comic Sans MS"/>
            </a:endParaRPr>
          </a:p>
          <a:p>
            <a:pPr marL="261491" indent="-261491">
              <a:buSzPts val="2200"/>
              <a:buNone/>
            </a:pPr>
            <a:endParaRPr sz="1600" i="1" dirty="0">
              <a:latin typeface="+mn-lt"/>
              <a:ea typeface="Comic Sans MS"/>
              <a:cs typeface="Comic Sans MS"/>
              <a:sym typeface="Comic Sans M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7"/>
          <p:cNvSpPr txBox="1">
            <a:spLocks noGrp="1"/>
          </p:cNvSpPr>
          <p:nvPr>
            <p:ph type="title"/>
          </p:nvPr>
        </p:nvSpPr>
        <p:spPr>
          <a:xfrm>
            <a:off x="335201" y="798286"/>
            <a:ext cx="1264976" cy="321323"/>
          </a:xfrm>
          <a:prstGeom prst="rect">
            <a:avLst/>
          </a:prstGeom>
          <a:noFill/>
          <a:ln>
            <a:noFill/>
          </a:ln>
        </p:spPr>
        <p:txBody>
          <a:bodyPr spcFirstLastPara="1" wrap="square" lIns="39215" tIns="19602" rIns="39215" bIns="19602" anchor="b" anchorCtr="0">
            <a:normAutofit/>
          </a:bodyPr>
          <a:lstStyle/>
          <a:p>
            <a:r>
              <a:rPr lang="en-US" sz="1800" b="1" dirty="0"/>
              <a:t>DML</a:t>
            </a:r>
            <a:endParaRPr sz="1800" b="1" dirty="0"/>
          </a:p>
        </p:txBody>
      </p:sp>
      <p:sp>
        <p:nvSpPr>
          <p:cNvPr id="220" name="Google Shape;220;p17"/>
          <p:cNvSpPr txBox="1">
            <a:spLocks noGrp="1"/>
          </p:cNvSpPr>
          <p:nvPr>
            <p:ph type="body" idx="1"/>
          </p:nvPr>
        </p:nvSpPr>
        <p:spPr>
          <a:xfrm>
            <a:off x="475878" y="1478993"/>
            <a:ext cx="8257698" cy="2256563"/>
          </a:xfrm>
          <a:prstGeom prst="rect">
            <a:avLst/>
          </a:prstGeom>
          <a:noFill/>
          <a:ln>
            <a:noFill/>
          </a:ln>
        </p:spPr>
        <p:txBody>
          <a:bodyPr spcFirstLastPara="1" wrap="square" lIns="39215" tIns="19602" rIns="39215" bIns="19602" anchor="t" anchorCtr="0">
            <a:normAutofit/>
          </a:bodyPr>
          <a:lstStyle/>
          <a:p>
            <a:pPr marL="98060" indent="-98060">
              <a:spcBef>
                <a:spcPts val="0"/>
              </a:spcBef>
              <a:buNone/>
            </a:pPr>
            <a:r>
              <a:rPr lang="en-US" sz="1800" dirty="0"/>
              <a:t>SELECT </a:t>
            </a:r>
            <a:r>
              <a:rPr lang="en-US" sz="1800" dirty="0" err="1"/>
              <a:t>lista_atributos</a:t>
            </a:r>
            <a:endParaRPr sz="1800" dirty="0"/>
          </a:p>
          <a:p>
            <a:pPr marL="98060" indent="-98060">
              <a:buNone/>
            </a:pPr>
            <a:r>
              <a:rPr lang="en-US" sz="1800" dirty="0"/>
              <a:t>FROM  [</a:t>
            </a:r>
            <a:r>
              <a:rPr lang="en-US" sz="1800" dirty="0" err="1"/>
              <a:t>nombre_tabla</a:t>
            </a:r>
            <a:r>
              <a:rPr lang="en-US" sz="1800" dirty="0"/>
              <a:t> [, </a:t>
            </a:r>
            <a:r>
              <a:rPr lang="en-US" sz="1800" dirty="0" err="1"/>
              <a:t>nombre_tabla</a:t>
            </a:r>
            <a:r>
              <a:rPr lang="en-US" sz="1800" dirty="0"/>
              <a:t>,...]] / [join]</a:t>
            </a:r>
            <a:endParaRPr sz="1800" dirty="0"/>
          </a:p>
          <a:p>
            <a:pPr marL="98060" indent="-98060">
              <a:buNone/>
            </a:pPr>
            <a:r>
              <a:rPr lang="en-US" sz="1800" dirty="0"/>
              <a:t>[WHERE </a:t>
            </a:r>
            <a:r>
              <a:rPr lang="en-US" sz="1800" dirty="0" err="1"/>
              <a:t>condición</a:t>
            </a:r>
            <a:r>
              <a:rPr lang="en-US" sz="1800" dirty="0"/>
              <a:t>]</a:t>
            </a:r>
            <a:endParaRPr sz="1800" dirty="0"/>
          </a:p>
          <a:p>
            <a:pPr marL="98060" indent="-98060">
              <a:buNone/>
            </a:pPr>
            <a:r>
              <a:rPr lang="en-US" sz="1800" dirty="0"/>
              <a:t>[UNION | UNION ALL | INTERSECT | MINUS </a:t>
            </a:r>
            <a:r>
              <a:rPr lang="en-US" sz="1800" dirty="0" err="1"/>
              <a:t>Subconsulta</a:t>
            </a:r>
            <a:r>
              <a:rPr lang="en-US" sz="1800" dirty="0"/>
              <a:t>]</a:t>
            </a:r>
            <a:endParaRPr sz="1800" dirty="0"/>
          </a:p>
          <a:p>
            <a:pPr marL="98060" indent="-98060">
              <a:buNone/>
            </a:pPr>
            <a:r>
              <a:rPr lang="en-US" sz="1800" dirty="0"/>
              <a:t>[GROUP BY </a:t>
            </a:r>
            <a:r>
              <a:rPr lang="en-US" sz="1800" dirty="0" err="1"/>
              <a:t>lista_atributos</a:t>
            </a:r>
            <a:r>
              <a:rPr lang="en-US" sz="1800" dirty="0"/>
              <a:t> [HAVING 					    </a:t>
            </a:r>
            <a:r>
              <a:rPr lang="en-US" sz="1800" dirty="0" err="1"/>
              <a:t>condición</a:t>
            </a:r>
            <a:r>
              <a:rPr lang="en-US" sz="1800" dirty="0"/>
              <a:t>]]</a:t>
            </a:r>
            <a:endParaRPr sz="1800" dirty="0"/>
          </a:p>
          <a:p>
            <a:pPr marL="98060" indent="-98060">
              <a:buNone/>
            </a:pPr>
            <a:r>
              <a:rPr lang="en-US" sz="1800" dirty="0"/>
              <a:t>[ORDER BY </a:t>
            </a:r>
            <a:r>
              <a:rPr lang="en-US" sz="1800" dirty="0" err="1"/>
              <a:t>lista_atributos</a:t>
            </a:r>
            <a:r>
              <a:rPr lang="en-US" sz="1800" dirty="0"/>
              <a:t>];</a:t>
            </a:r>
            <a:endParaRPr sz="1800" dirty="0"/>
          </a:p>
          <a:p>
            <a:pPr marL="98060" indent="-10895">
              <a:buNone/>
            </a:pPr>
            <a:endParaRPr sz="1800" dirty="0"/>
          </a:p>
        </p:txBody>
      </p:sp>
      <p:sp>
        <p:nvSpPr>
          <p:cNvPr id="222" name="Google Shape;222;p17"/>
          <p:cNvSpPr txBox="1">
            <a:spLocks noGrp="1"/>
          </p:cNvSpPr>
          <p:nvPr>
            <p:ph type="sldNum" idx="12"/>
          </p:nvPr>
        </p:nvSpPr>
        <p:spPr>
          <a:xfrm>
            <a:off x="5272982" y="4603653"/>
            <a:ext cx="882471" cy="156611"/>
          </a:xfrm>
          <a:prstGeom prst="rect">
            <a:avLst/>
          </a:prstGeom>
          <a:noFill/>
          <a:ln>
            <a:noFill/>
          </a:ln>
        </p:spPr>
        <p:txBody>
          <a:bodyPr spcFirstLastPara="1" wrap="square" lIns="39215" tIns="19602" rIns="39215" bIns="19602" anchor="ctr" anchorCtr="0">
            <a:normAutofit/>
          </a:bodyPr>
          <a:lstStyle/>
          <a:p>
            <a:fld id="{00000000-1234-1234-1234-123412341234}" type="slidenum">
              <a:rPr lang="en-US"/>
              <a:pPr/>
              <a:t>7</a:t>
            </a:fld>
            <a:endParaRPr/>
          </a:p>
        </p:txBody>
      </p:sp>
      <p:sp>
        <p:nvSpPr>
          <p:cNvPr id="4" name="Google Shape;228;p18">
            <a:extLst>
              <a:ext uri="{FF2B5EF4-FFF2-40B4-BE49-F238E27FC236}">
                <a16:creationId xmlns:a16="http://schemas.microsoft.com/office/drawing/2014/main" xmlns="" id="{C00D158A-4EF4-1D0C-2A2F-64FF5861A822}"/>
              </a:ext>
            </a:extLst>
          </p:cNvPr>
          <p:cNvSpPr txBox="1">
            <a:spLocks/>
          </p:cNvSpPr>
          <p:nvPr/>
        </p:nvSpPr>
        <p:spPr>
          <a:xfrm>
            <a:off x="4346918" y="3735555"/>
            <a:ext cx="3533132" cy="2341687"/>
          </a:xfrm>
          <a:prstGeom prst="rect">
            <a:avLst/>
          </a:prstGeom>
          <a:noFill/>
          <a:ln>
            <a:noFill/>
          </a:ln>
        </p:spPr>
        <p:txBody>
          <a:bodyPr spcFirstLastPara="1" wrap="square" lIns="39215" tIns="19602" rIns="39215" bIns="19602" anchor="t" anchorCtr="0">
            <a:noAutofit/>
          </a:bodyPr>
          <a:lstStyle>
            <a:defPPr marR="0" lvl="0" algn="l" rtl="0">
              <a:lnSpc>
                <a:spcPct val="100000"/>
              </a:lnSpc>
              <a:spcBef>
                <a:spcPts val="0"/>
              </a:spcBef>
              <a:spcAft>
                <a:spcPts val="0"/>
              </a:spcAft>
            </a:defPPr>
            <a:lvl1pPr marL="196118" marR="0" lvl="0" indent="-185224" algn="l" rtl="0">
              <a:lnSpc>
                <a:spcPct val="90000"/>
              </a:lnSpc>
              <a:spcBef>
                <a:spcPts val="430"/>
              </a:spcBef>
              <a:spcAft>
                <a:spcPts val="0"/>
              </a:spcAft>
              <a:buClr>
                <a:schemeClr val="dk1"/>
              </a:buClr>
              <a:buSzPts val="3200"/>
              <a:buFont typeface="Arial"/>
              <a:buChar char="•"/>
              <a:defRPr sz="1373" b="0" i="0" u="none" strike="noStrike" cap="none">
                <a:solidFill>
                  <a:schemeClr val="dk1"/>
                </a:solidFill>
                <a:latin typeface="Calibri"/>
                <a:ea typeface="Calibri"/>
                <a:cs typeface="Calibri"/>
                <a:sym typeface="Calibri"/>
              </a:defRPr>
            </a:lvl1pPr>
            <a:lvl2pPr marL="392237" marR="0" lvl="1" indent="-174327" algn="l" rtl="0">
              <a:lnSpc>
                <a:spcPct val="90000"/>
              </a:lnSpc>
              <a:spcBef>
                <a:spcPts val="214"/>
              </a:spcBef>
              <a:spcAft>
                <a:spcPts val="0"/>
              </a:spcAft>
              <a:buClr>
                <a:schemeClr val="dk1"/>
              </a:buClr>
              <a:buSzPts val="2800"/>
              <a:buFont typeface="Arial"/>
              <a:buChar char="•"/>
              <a:defRPr sz="1201" b="0" i="0" u="none" strike="noStrike" cap="none">
                <a:solidFill>
                  <a:schemeClr val="dk1"/>
                </a:solidFill>
                <a:latin typeface="Calibri"/>
                <a:ea typeface="Calibri"/>
                <a:cs typeface="Calibri"/>
                <a:sym typeface="Calibri"/>
              </a:defRPr>
            </a:lvl2pPr>
            <a:lvl3pPr marL="588354" marR="0" lvl="2" indent="-163432" algn="l" rtl="0">
              <a:lnSpc>
                <a:spcPct val="90000"/>
              </a:lnSpc>
              <a:spcBef>
                <a:spcPts val="214"/>
              </a:spcBef>
              <a:spcAft>
                <a:spcPts val="0"/>
              </a:spcAft>
              <a:buClr>
                <a:schemeClr val="dk1"/>
              </a:buClr>
              <a:buSzPts val="2400"/>
              <a:buFont typeface="Arial"/>
              <a:buChar char="•"/>
              <a:defRPr sz="1030" b="0" i="0" u="none" strike="noStrike" cap="none">
                <a:solidFill>
                  <a:schemeClr val="dk1"/>
                </a:solidFill>
                <a:latin typeface="Calibri"/>
                <a:ea typeface="Calibri"/>
                <a:cs typeface="Calibri"/>
                <a:sym typeface="Calibri"/>
              </a:defRPr>
            </a:lvl3pPr>
            <a:lvl4pPr marL="784472" marR="0" lvl="3"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4pPr>
            <a:lvl5pPr marL="980590" marR="0" lvl="4"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5pPr>
            <a:lvl6pPr marL="1176709" marR="0" lvl="5"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6pPr>
            <a:lvl7pPr marL="1372827" marR="0" lvl="6"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7pPr>
            <a:lvl8pPr marL="1568945" marR="0" lvl="7"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8pPr>
            <a:lvl9pPr marL="1765063" marR="0" lvl="8"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9pPr>
          </a:lstStyle>
          <a:p>
            <a:pPr marL="98060" indent="-98060">
              <a:spcBef>
                <a:spcPts val="0"/>
              </a:spcBef>
              <a:buFont typeface="Arial"/>
              <a:buNone/>
            </a:pPr>
            <a:r>
              <a:rPr lang="en-US" sz="1800" dirty="0"/>
              <a:t>[join] = </a:t>
            </a:r>
          </a:p>
          <a:p>
            <a:pPr marL="98060" indent="-98060">
              <a:buFont typeface="Arial"/>
              <a:buNone/>
            </a:pPr>
            <a:r>
              <a:rPr lang="en-US" sz="1800" dirty="0"/>
              <a:t>	nom_tabla1 INNER JOIN nom_tabla2 ON </a:t>
            </a:r>
            <a:r>
              <a:rPr lang="en-US" sz="1800" dirty="0" err="1"/>
              <a:t>condición</a:t>
            </a:r>
            <a:r>
              <a:rPr lang="en-US" sz="1800" dirty="0"/>
              <a:t> /</a:t>
            </a:r>
          </a:p>
          <a:p>
            <a:pPr marL="98060" indent="-98060">
              <a:buFont typeface="Arial"/>
              <a:buNone/>
            </a:pPr>
            <a:r>
              <a:rPr lang="en-US" sz="1800" dirty="0"/>
              <a:t>	nom_tabla1 LEFT  JOIN nom_tabla2 ON </a:t>
            </a:r>
            <a:r>
              <a:rPr lang="en-US" sz="1800" dirty="0" err="1"/>
              <a:t>condición</a:t>
            </a:r>
            <a:r>
              <a:rPr lang="en-US" sz="1800" dirty="0"/>
              <a:t> /</a:t>
            </a:r>
          </a:p>
          <a:p>
            <a:pPr marL="98060" indent="-98060">
              <a:buFont typeface="Arial"/>
              <a:buNone/>
            </a:pPr>
            <a:r>
              <a:rPr lang="en-US" sz="1800" dirty="0"/>
              <a:t>	nom_tabla1 RIGHT  JOIN nom_tabla2 ON </a:t>
            </a:r>
            <a:r>
              <a:rPr lang="en-US" sz="1800" dirty="0" err="1"/>
              <a:t>condición</a:t>
            </a:r>
            <a:r>
              <a:rPr lang="en-US" sz="1800" dirty="0"/>
              <a:t> </a:t>
            </a:r>
          </a:p>
          <a:p>
            <a:pPr marL="98060" indent="-10895">
              <a:buFont typeface="Arial"/>
              <a:buNone/>
            </a:pPr>
            <a:endParaRPr lang="en-US" sz="1800" dirty="0"/>
          </a:p>
          <a:p>
            <a:pPr marL="98060" indent="-10895">
              <a:buFont typeface="Arial"/>
              <a:buNone/>
            </a:pPr>
            <a:endParaRPr lang="en-US" sz="1800" dirty="0"/>
          </a:p>
          <a:p>
            <a:pPr marL="98060" indent="-10895">
              <a:buFont typeface="Arial"/>
              <a:buNone/>
            </a:pPr>
            <a:endParaRPr lang="en-US" sz="1800" dirty="0"/>
          </a:p>
          <a:p>
            <a:pPr marL="98060" indent="-10895">
              <a:buFont typeface="Arial"/>
              <a:buNone/>
            </a:pP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6" name="Google Shape;236;p19"/>
          <p:cNvSpPr txBox="1">
            <a:spLocks noGrp="1"/>
          </p:cNvSpPr>
          <p:nvPr>
            <p:ph type="body" idx="1"/>
          </p:nvPr>
        </p:nvSpPr>
        <p:spPr>
          <a:xfrm>
            <a:off x="4170407" y="2300786"/>
            <a:ext cx="1985558" cy="2090420"/>
          </a:xfrm>
          <a:prstGeom prst="rect">
            <a:avLst/>
          </a:prstGeom>
          <a:noFill/>
          <a:ln>
            <a:noFill/>
          </a:ln>
        </p:spPr>
        <p:txBody>
          <a:bodyPr spcFirstLastPara="1" wrap="square" lIns="39215" tIns="19602" rIns="39215" bIns="19602" anchor="t" anchorCtr="0">
            <a:normAutofit/>
          </a:bodyPr>
          <a:lstStyle/>
          <a:p>
            <a:pPr marL="98060" indent="-10895">
              <a:spcBef>
                <a:spcPts val="0"/>
              </a:spcBef>
              <a:buNone/>
            </a:pPr>
            <a:endParaRPr/>
          </a:p>
          <a:p>
            <a:pPr marL="98060" indent="-10895">
              <a:buNone/>
            </a:pPr>
            <a:endParaRPr/>
          </a:p>
          <a:p>
            <a:pPr marL="98060" indent="-10895">
              <a:buNone/>
            </a:pPr>
            <a:endParaRPr/>
          </a:p>
        </p:txBody>
      </p:sp>
      <p:sp>
        <p:nvSpPr>
          <p:cNvPr id="238" name="Google Shape;238;p19"/>
          <p:cNvSpPr txBox="1">
            <a:spLocks noGrp="1"/>
          </p:cNvSpPr>
          <p:nvPr>
            <p:ph type="sldNum" idx="12"/>
          </p:nvPr>
        </p:nvSpPr>
        <p:spPr>
          <a:xfrm>
            <a:off x="5272982" y="4603653"/>
            <a:ext cx="882471" cy="156611"/>
          </a:xfrm>
          <a:prstGeom prst="rect">
            <a:avLst/>
          </a:prstGeom>
          <a:noFill/>
          <a:ln>
            <a:noFill/>
          </a:ln>
        </p:spPr>
        <p:txBody>
          <a:bodyPr spcFirstLastPara="1" wrap="square" lIns="39215" tIns="19602" rIns="39215" bIns="19602" anchor="ctr" anchorCtr="0">
            <a:normAutofit/>
          </a:bodyPr>
          <a:lstStyle/>
          <a:p>
            <a:fld id="{00000000-1234-1234-1234-123412341234}" type="slidenum">
              <a:rPr lang="en-US"/>
              <a:pPr/>
              <a:t>8</a:t>
            </a:fld>
            <a:endParaRPr/>
          </a:p>
        </p:txBody>
      </p:sp>
      <p:grpSp>
        <p:nvGrpSpPr>
          <p:cNvPr id="239" name="Google Shape;239;p19"/>
          <p:cNvGrpSpPr/>
          <p:nvPr/>
        </p:nvGrpSpPr>
        <p:grpSpPr>
          <a:xfrm>
            <a:off x="698367" y="1045537"/>
            <a:ext cx="3472040" cy="1042802"/>
            <a:chOff x="-3" y="-3"/>
            <a:chExt cx="2178" cy="2098"/>
          </a:xfrm>
        </p:grpSpPr>
        <p:grpSp>
          <p:nvGrpSpPr>
            <p:cNvPr id="240" name="Google Shape;240;p19"/>
            <p:cNvGrpSpPr/>
            <p:nvPr/>
          </p:nvGrpSpPr>
          <p:grpSpPr>
            <a:xfrm>
              <a:off x="0" y="0"/>
              <a:ext cx="2172" cy="2092"/>
              <a:chOff x="0" y="0"/>
              <a:chExt cx="2172" cy="2092"/>
            </a:xfrm>
          </p:grpSpPr>
          <p:grpSp>
            <p:nvGrpSpPr>
              <p:cNvPr id="241" name="Google Shape;241;p19"/>
              <p:cNvGrpSpPr/>
              <p:nvPr/>
            </p:nvGrpSpPr>
            <p:grpSpPr>
              <a:xfrm>
                <a:off x="0" y="0"/>
                <a:ext cx="566" cy="556"/>
                <a:chOff x="0" y="0"/>
                <a:chExt cx="566" cy="556"/>
              </a:xfrm>
            </p:grpSpPr>
            <p:sp>
              <p:nvSpPr>
                <p:cNvPr id="242" name="Google Shape;242;p19"/>
                <p:cNvSpPr/>
                <p:nvPr/>
              </p:nvSpPr>
              <p:spPr>
                <a:xfrm>
                  <a:off x="28" y="0"/>
                  <a:ext cx="510" cy="556"/>
                </a:xfrm>
                <a:prstGeom prst="rect">
                  <a:avLst/>
                </a:prstGeom>
                <a:noFill/>
                <a:ln>
                  <a:noFill/>
                </a:ln>
              </p:spPr>
              <p:txBody>
                <a:bodyPr spcFirstLastPara="1" wrap="square" lIns="39215" tIns="19602" rIns="39215" bIns="19602" anchor="t" anchorCtr="0">
                  <a:noAutofit/>
                </a:bodyPr>
                <a:lstStyle/>
                <a:p>
                  <a:pPr algn="ctr"/>
                  <a:r>
                    <a:rPr lang="en-US" sz="1200" b="1">
                      <a:solidFill>
                        <a:schemeClr val="dk1"/>
                      </a:solidFill>
                    </a:rPr>
                    <a:t>DEPTNO</a:t>
                  </a:r>
                  <a:endParaRPr sz="1200">
                    <a:solidFill>
                      <a:schemeClr val="dk1"/>
                    </a:solidFill>
                    <a:latin typeface="Times New Roman"/>
                    <a:ea typeface="Times New Roman"/>
                    <a:cs typeface="Times New Roman"/>
                    <a:sym typeface="Times New Roman"/>
                  </a:endParaRPr>
                </a:p>
                <a:p>
                  <a:pPr algn="ctr"/>
                  <a:endParaRPr sz="1200">
                    <a:solidFill>
                      <a:schemeClr val="dk1"/>
                    </a:solidFill>
                    <a:latin typeface="Times New Roman"/>
                    <a:ea typeface="Times New Roman"/>
                    <a:cs typeface="Times New Roman"/>
                    <a:sym typeface="Times New Roman"/>
                  </a:endParaRPr>
                </a:p>
              </p:txBody>
            </p:sp>
            <p:sp>
              <p:nvSpPr>
                <p:cNvPr id="243" name="Google Shape;243;p19"/>
                <p:cNvSpPr/>
                <p:nvPr/>
              </p:nvSpPr>
              <p:spPr>
                <a:xfrm>
                  <a:off x="0" y="0"/>
                  <a:ext cx="566" cy="556"/>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200">
                    <a:solidFill>
                      <a:schemeClr val="dk1"/>
                    </a:solidFill>
                  </a:endParaRPr>
                </a:p>
              </p:txBody>
            </p:sp>
          </p:grpSp>
          <p:grpSp>
            <p:nvGrpSpPr>
              <p:cNvPr id="244" name="Google Shape;244;p19"/>
              <p:cNvGrpSpPr/>
              <p:nvPr/>
            </p:nvGrpSpPr>
            <p:grpSpPr>
              <a:xfrm>
                <a:off x="566" y="0"/>
                <a:ext cx="891" cy="556"/>
                <a:chOff x="566" y="0"/>
                <a:chExt cx="891" cy="556"/>
              </a:xfrm>
            </p:grpSpPr>
            <p:sp>
              <p:nvSpPr>
                <p:cNvPr id="245" name="Google Shape;245;p19"/>
                <p:cNvSpPr/>
                <p:nvPr/>
              </p:nvSpPr>
              <p:spPr>
                <a:xfrm>
                  <a:off x="594" y="0"/>
                  <a:ext cx="835" cy="556"/>
                </a:xfrm>
                <a:prstGeom prst="rect">
                  <a:avLst/>
                </a:prstGeom>
                <a:noFill/>
                <a:ln>
                  <a:noFill/>
                </a:ln>
              </p:spPr>
              <p:txBody>
                <a:bodyPr spcFirstLastPara="1" wrap="square" lIns="39215" tIns="19602" rIns="39215" bIns="19602" anchor="t" anchorCtr="0">
                  <a:noAutofit/>
                </a:bodyPr>
                <a:lstStyle/>
                <a:p>
                  <a:pPr algn="ctr"/>
                  <a:r>
                    <a:rPr lang="en-US" sz="1200" b="1">
                      <a:solidFill>
                        <a:schemeClr val="dk1"/>
                      </a:solidFill>
                    </a:rPr>
                    <a:t>DNAME</a:t>
                  </a:r>
                  <a:endParaRPr sz="1200">
                    <a:solidFill>
                      <a:schemeClr val="dk1"/>
                    </a:solidFill>
                    <a:latin typeface="Times New Roman"/>
                    <a:ea typeface="Times New Roman"/>
                    <a:cs typeface="Times New Roman"/>
                    <a:sym typeface="Times New Roman"/>
                  </a:endParaRPr>
                </a:p>
                <a:p>
                  <a:pPr algn="ctr"/>
                  <a:endParaRPr sz="1200">
                    <a:solidFill>
                      <a:schemeClr val="dk1"/>
                    </a:solidFill>
                    <a:latin typeface="Times New Roman"/>
                    <a:ea typeface="Times New Roman"/>
                    <a:cs typeface="Times New Roman"/>
                    <a:sym typeface="Times New Roman"/>
                  </a:endParaRPr>
                </a:p>
              </p:txBody>
            </p:sp>
            <p:sp>
              <p:nvSpPr>
                <p:cNvPr id="246" name="Google Shape;246;p19"/>
                <p:cNvSpPr/>
                <p:nvPr/>
              </p:nvSpPr>
              <p:spPr>
                <a:xfrm>
                  <a:off x="566" y="0"/>
                  <a:ext cx="891" cy="556"/>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200">
                    <a:solidFill>
                      <a:schemeClr val="dk1"/>
                    </a:solidFill>
                  </a:endParaRPr>
                </a:p>
              </p:txBody>
            </p:sp>
          </p:grpSp>
          <p:grpSp>
            <p:nvGrpSpPr>
              <p:cNvPr id="247" name="Google Shape;247;p19"/>
              <p:cNvGrpSpPr/>
              <p:nvPr/>
            </p:nvGrpSpPr>
            <p:grpSpPr>
              <a:xfrm>
                <a:off x="1457" y="0"/>
                <a:ext cx="715" cy="556"/>
                <a:chOff x="1457" y="0"/>
                <a:chExt cx="715" cy="556"/>
              </a:xfrm>
            </p:grpSpPr>
            <p:sp>
              <p:nvSpPr>
                <p:cNvPr id="248" name="Google Shape;248;p19"/>
                <p:cNvSpPr/>
                <p:nvPr/>
              </p:nvSpPr>
              <p:spPr>
                <a:xfrm>
                  <a:off x="1485" y="0"/>
                  <a:ext cx="659" cy="556"/>
                </a:xfrm>
                <a:prstGeom prst="rect">
                  <a:avLst/>
                </a:prstGeom>
                <a:noFill/>
                <a:ln>
                  <a:noFill/>
                </a:ln>
              </p:spPr>
              <p:txBody>
                <a:bodyPr spcFirstLastPara="1" wrap="square" lIns="39215" tIns="19602" rIns="39215" bIns="19602" anchor="t" anchorCtr="0">
                  <a:noAutofit/>
                </a:bodyPr>
                <a:lstStyle/>
                <a:p>
                  <a:pPr algn="ctr"/>
                  <a:r>
                    <a:rPr lang="en-US" sz="1200" b="1">
                      <a:solidFill>
                        <a:schemeClr val="dk1"/>
                      </a:solidFill>
                    </a:rPr>
                    <a:t>LOC</a:t>
                  </a:r>
                  <a:endParaRPr sz="1200">
                    <a:solidFill>
                      <a:schemeClr val="dk1"/>
                    </a:solidFill>
                    <a:latin typeface="Times New Roman"/>
                    <a:ea typeface="Times New Roman"/>
                    <a:cs typeface="Times New Roman"/>
                    <a:sym typeface="Times New Roman"/>
                  </a:endParaRPr>
                </a:p>
                <a:p>
                  <a:pPr algn="ctr"/>
                  <a:endParaRPr sz="1200">
                    <a:solidFill>
                      <a:schemeClr val="dk1"/>
                    </a:solidFill>
                    <a:latin typeface="Times New Roman"/>
                    <a:ea typeface="Times New Roman"/>
                    <a:cs typeface="Times New Roman"/>
                    <a:sym typeface="Times New Roman"/>
                  </a:endParaRPr>
                </a:p>
              </p:txBody>
            </p:sp>
            <p:sp>
              <p:nvSpPr>
                <p:cNvPr id="249" name="Google Shape;249;p19"/>
                <p:cNvSpPr/>
                <p:nvPr/>
              </p:nvSpPr>
              <p:spPr>
                <a:xfrm>
                  <a:off x="1457" y="0"/>
                  <a:ext cx="715" cy="556"/>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200">
                    <a:solidFill>
                      <a:schemeClr val="dk1"/>
                    </a:solidFill>
                  </a:endParaRPr>
                </a:p>
              </p:txBody>
            </p:sp>
          </p:grpSp>
          <p:grpSp>
            <p:nvGrpSpPr>
              <p:cNvPr id="250" name="Google Shape;250;p19"/>
              <p:cNvGrpSpPr/>
              <p:nvPr/>
            </p:nvGrpSpPr>
            <p:grpSpPr>
              <a:xfrm>
                <a:off x="0" y="556"/>
                <a:ext cx="566" cy="384"/>
                <a:chOff x="0" y="556"/>
                <a:chExt cx="566" cy="384"/>
              </a:xfrm>
            </p:grpSpPr>
            <p:sp>
              <p:nvSpPr>
                <p:cNvPr id="251" name="Google Shape;251;p19"/>
                <p:cNvSpPr/>
                <p:nvPr/>
              </p:nvSpPr>
              <p:spPr>
                <a:xfrm>
                  <a:off x="28" y="556"/>
                  <a:ext cx="510" cy="384"/>
                </a:xfrm>
                <a:prstGeom prst="rect">
                  <a:avLst/>
                </a:prstGeom>
                <a:noFill/>
                <a:ln>
                  <a:noFill/>
                </a:ln>
              </p:spPr>
              <p:txBody>
                <a:bodyPr spcFirstLastPara="1" wrap="square" lIns="39215" tIns="19602" rIns="39215" bIns="19602" anchor="t" anchorCtr="0">
                  <a:noAutofit/>
                </a:bodyPr>
                <a:lstStyle/>
                <a:p>
                  <a:pPr algn="just"/>
                  <a:r>
                    <a:rPr lang="en-US" sz="1200" i="1">
                      <a:solidFill>
                        <a:schemeClr val="dk1"/>
                      </a:solidFill>
                    </a:rPr>
                    <a:t>10</a:t>
                  </a:r>
                  <a:endParaRPr sz="1200">
                    <a:solidFill>
                      <a:schemeClr val="dk1"/>
                    </a:solidFill>
                    <a:latin typeface="Times New Roman"/>
                    <a:ea typeface="Times New Roman"/>
                    <a:cs typeface="Times New Roman"/>
                    <a:sym typeface="Times New Roman"/>
                  </a:endParaRPr>
                </a:p>
                <a:p>
                  <a:pPr algn="just"/>
                  <a:endParaRPr sz="1200">
                    <a:solidFill>
                      <a:schemeClr val="dk1"/>
                    </a:solidFill>
                    <a:latin typeface="Times New Roman"/>
                    <a:ea typeface="Times New Roman"/>
                    <a:cs typeface="Times New Roman"/>
                    <a:sym typeface="Times New Roman"/>
                  </a:endParaRPr>
                </a:p>
              </p:txBody>
            </p:sp>
            <p:sp>
              <p:nvSpPr>
                <p:cNvPr id="252" name="Google Shape;252;p19"/>
                <p:cNvSpPr/>
                <p:nvPr/>
              </p:nvSpPr>
              <p:spPr>
                <a:xfrm>
                  <a:off x="0" y="556"/>
                  <a:ext cx="566" cy="3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200">
                    <a:solidFill>
                      <a:schemeClr val="dk1"/>
                    </a:solidFill>
                  </a:endParaRPr>
                </a:p>
              </p:txBody>
            </p:sp>
          </p:grpSp>
          <p:grpSp>
            <p:nvGrpSpPr>
              <p:cNvPr id="253" name="Google Shape;253;p19"/>
              <p:cNvGrpSpPr/>
              <p:nvPr/>
            </p:nvGrpSpPr>
            <p:grpSpPr>
              <a:xfrm>
                <a:off x="566" y="556"/>
                <a:ext cx="891" cy="384"/>
                <a:chOff x="566" y="556"/>
                <a:chExt cx="891" cy="384"/>
              </a:xfrm>
            </p:grpSpPr>
            <p:sp>
              <p:nvSpPr>
                <p:cNvPr id="254" name="Google Shape;254;p19"/>
                <p:cNvSpPr/>
                <p:nvPr/>
              </p:nvSpPr>
              <p:spPr>
                <a:xfrm>
                  <a:off x="594" y="556"/>
                  <a:ext cx="835" cy="384"/>
                </a:xfrm>
                <a:prstGeom prst="rect">
                  <a:avLst/>
                </a:prstGeom>
                <a:noFill/>
                <a:ln>
                  <a:noFill/>
                </a:ln>
              </p:spPr>
              <p:txBody>
                <a:bodyPr spcFirstLastPara="1" wrap="square" lIns="39215" tIns="19602" rIns="39215" bIns="19602" anchor="t" anchorCtr="0">
                  <a:noAutofit/>
                </a:bodyPr>
                <a:lstStyle/>
                <a:p>
                  <a:r>
                    <a:rPr lang="en-US" sz="1200" i="1">
                      <a:solidFill>
                        <a:schemeClr val="dk1"/>
                      </a:solidFill>
                    </a:rPr>
                    <a:t>ACCOUNTING   </a:t>
                  </a:r>
                  <a:endParaRPr sz="1200">
                    <a:solidFill>
                      <a:schemeClr val="dk1"/>
                    </a:solidFill>
                    <a:latin typeface="Times New Roman"/>
                    <a:ea typeface="Times New Roman"/>
                    <a:cs typeface="Times New Roman"/>
                    <a:sym typeface="Times New Roman"/>
                  </a:endParaRPr>
                </a:p>
                <a:p>
                  <a:endParaRPr sz="1200">
                    <a:solidFill>
                      <a:schemeClr val="dk1"/>
                    </a:solidFill>
                    <a:latin typeface="Times New Roman"/>
                    <a:ea typeface="Times New Roman"/>
                    <a:cs typeface="Times New Roman"/>
                    <a:sym typeface="Times New Roman"/>
                  </a:endParaRPr>
                </a:p>
              </p:txBody>
            </p:sp>
            <p:sp>
              <p:nvSpPr>
                <p:cNvPr id="255" name="Google Shape;255;p19"/>
                <p:cNvSpPr/>
                <p:nvPr/>
              </p:nvSpPr>
              <p:spPr>
                <a:xfrm>
                  <a:off x="566" y="556"/>
                  <a:ext cx="891" cy="3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200">
                    <a:solidFill>
                      <a:schemeClr val="dk1"/>
                    </a:solidFill>
                  </a:endParaRPr>
                </a:p>
              </p:txBody>
            </p:sp>
          </p:grpSp>
          <p:grpSp>
            <p:nvGrpSpPr>
              <p:cNvPr id="256" name="Google Shape;256;p19"/>
              <p:cNvGrpSpPr/>
              <p:nvPr/>
            </p:nvGrpSpPr>
            <p:grpSpPr>
              <a:xfrm>
                <a:off x="1457" y="556"/>
                <a:ext cx="715" cy="384"/>
                <a:chOff x="1457" y="556"/>
                <a:chExt cx="715" cy="384"/>
              </a:xfrm>
            </p:grpSpPr>
            <p:sp>
              <p:nvSpPr>
                <p:cNvPr id="257" name="Google Shape;257;p19"/>
                <p:cNvSpPr/>
                <p:nvPr/>
              </p:nvSpPr>
              <p:spPr>
                <a:xfrm>
                  <a:off x="1485" y="556"/>
                  <a:ext cx="659" cy="384"/>
                </a:xfrm>
                <a:prstGeom prst="rect">
                  <a:avLst/>
                </a:prstGeom>
                <a:noFill/>
                <a:ln>
                  <a:noFill/>
                </a:ln>
              </p:spPr>
              <p:txBody>
                <a:bodyPr spcFirstLastPara="1" wrap="square" lIns="39215" tIns="19602" rIns="39215" bIns="19602" anchor="t" anchorCtr="0">
                  <a:noAutofit/>
                </a:bodyPr>
                <a:lstStyle/>
                <a:p>
                  <a:r>
                    <a:rPr lang="en-US" sz="1200" i="1">
                      <a:solidFill>
                        <a:schemeClr val="dk1"/>
                      </a:solidFill>
                    </a:rPr>
                    <a:t>NEW YORK </a:t>
                  </a:r>
                  <a:endParaRPr sz="1200">
                    <a:solidFill>
                      <a:schemeClr val="dk1"/>
                    </a:solidFill>
                    <a:latin typeface="Times New Roman"/>
                    <a:ea typeface="Times New Roman"/>
                    <a:cs typeface="Times New Roman"/>
                    <a:sym typeface="Times New Roman"/>
                  </a:endParaRPr>
                </a:p>
                <a:p>
                  <a:endParaRPr sz="1200">
                    <a:solidFill>
                      <a:schemeClr val="dk1"/>
                    </a:solidFill>
                    <a:latin typeface="Times New Roman"/>
                    <a:ea typeface="Times New Roman"/>
                    <a:cs typeface="Times New Roman"/>
                    <a:sym typeface="Times New Roman"/>
                  </a:endParaRPr>
                </a:p>
              </p:txBody>
            </p:sp>
            <p:sp>
              <p:nvSpPr>
                <p:cNvPr id="258" name="Google Shape;258;p19"/>
                <p:cNvSpPr/>
                <p:nvPr/>
              </p:nvSpPr>
              <p:spPr>
                <a:xfrm>
                  <a:off x="1457" y="556"/>
                  <a:ext cx="715" cy="3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200">
                    <a:solidFill>
                      <a:schemeClr val="dk1"/>
                    </a:solidFill>
                  </a:endParaRPr>
                </a:p>
              </p:txBody>
            </p:sp>
          </p:grpSp>
          <p:grpSp>
            <p:nvGrpSpPr>
              <p:cNvPr id="259" name="Google Shape;259;p19"/>
              <p:cNvGrpSpPr/>
              <p:nvPr/>
            </p:nvGrpSpPr>
            <p:grpSpPr>
              <a:xfrm>
                <a:off x="0" y="940"/>
                <a:ext cx="566" cy="384"/>
                <a:chOff x="0" y="940"/>
                <a:chExt cx="566" cy="384"/>
              </a:xfrm>
            </p:grpSpPr>
            <p:sp>
              <p:nvSpPr>
                <p:cNvPr id="260" name="Google Shape;260;p19"/>
                <p:cNvSpPr/>
                <p:nvPr/>
              </p:nvSpPr>
              <p:spPr>
                <a:xfrm>
                  <a:off x="28" y="940"/>
                  <a:ext cx="510" cy="384"/>
                </a:xfrm>
                <a:prstGeom prst="rect">
                  <a:avLst/>
                </a:prstGeom>
                <a:noFill/>
                <a:ln>
                  <a:noFill/>
                </a:ln>
              </p:spPr>
              <p:txBody>
                <a:bodyPr spcFirstLastPara="1" wrap="square" lIns="39215" tIns="19602" rIns="39215" bIns="19602" anchor="t" anchorCtr="0">
                  <a:noAutofit/>
                </a:bodyPr>
                <a:lstStyle/>
                <a:p>
                  <a:r>
                    <a:rPr lang="en-US" sz="1200" i="1">
                      <a:solidFill>
                        <a:schemeClr val="dk1"/>
                      </a:solidFill>
                    </a:rPr>
                    <a:t>20</a:t>
                  </a:r>
                  <a:endParaRPr sz="1200">
                    <a:solidFill>
                      <a:schemeClr val="dk1"/>
                    </a:solidFill>
                    <a:latin typeface="Times New Roman"/>
                    <a:ea typeface="Times New Roman"/>
                    <a:cs typeface="Times New Roman"/>
                    <a:sym typeface="Times New Roman"/>
                  </a:endParaRPr>
                </a:p>
                <a:p>
                  <a:endParaRPr sz="1200">
                    <a:solidFill>
                      <a:schemeClr val="dk1"/>
                    </a:solidFill>
                    <a:latin typeface="Times New Roman"/>
                    <a:ea typeface="Times New Roman"/>
                    <a:cs typeface="Times New Roman"/>
                    <a:sym typeface="Times New Roman"/>
                  </a:endParaRPr>
                </a:p>
              </p:txBody>
            </p:sp>
            <p:sp>
              <p:nvSpPr>
                <p:cNvPr id="261" name="Google Shape;261;p19"/>
                <p:cNvSpPr/>
                <p:nvPr/>
              </p:nvSpPr>
              <p:spPr>
                <a:xfrm>
                  <a:off x="0" y="940"/>
                  <a:ext cx="566" cy="3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200">
                    <a:solidFill>
                      <a:schemeClr val="dk1"/>
                    </a:solidFill>
                  </a:endParaRPr>
                </a:p>
              </p:txBody>
            </p:sp>
          </p:grpSp>
          <p:grpSp>
            <p:nvGrpSpPr>
              <p:cNvPr id="262" name="Google Shape;262;p19"/>
              <p:cNvGrpSpPr/>
              <p:nvPr/>
            </p:nvGrpSpPr>
            <p:grpSpPr>
              <a:xfrm>
                <a:off x="566" y="940"/>
                <a:ext cx="891" cy="384"/>
                <a:chOff x="566" y="940"/>
                <a:chExt cx="891" cy="384"/>
              </a:xfrm>
            </p:grpSpPr>
            <p:sp>
              <p:nvSpPr>
                <p:cNvPr id="263" name="Google Shape;263;p19"/>
                <p:cNvSpPr/>
                <p:nvPr/>
              </p:nvSpPr>
              <p:spPr>
                <a:xfrm>
                  <a:off x="594" y="940"/>
                  <a:ext cx="835" cy="384"/>
                </a:xfrm>
                <a:prstGeom prst="rect">
                  <a:avLst/>
                </a:prstGeom>
                <a:noFill/>
                <a:ln>
                  <a:noFill/>
                </a:ln>
              </p:spPr>
              <p:txBody>
                <a:bodyPr spcFirstLastPara="1" wrap="square" lIns="39215" tIns="19602" rIns="39215" bIns="19602" anchor="t" anchorCtr="0">
                  <a:noAutofit/>
                </a:bodyPr>
                <a:lstStyle/>
                <a:p>
                  <a:r>
                    <a:rPr lang="en-US" sz="1200" i="1">
                      <a:solidFill>
                        <a:schemeClr val="dk1"/>
                      </a:solidFill>
                    </a:rPr>
                    <a:t>RESEARCH</a:t>
                  </a:r>
                  <a:endParaRPr sz="1200">
                    <a:solidFill>
                      <a:schemeClr val="dk1"/>
                    </a:solidFill>
                    <a:latin typeface="Times New Roman"/>
                    <a:ea typeface="Times New Roman"/>
                    <a:cs typeface="Times New Roman"/>
                    <a:sym typeface="Times New Roman"/>
                  </a:endParaRPr>
                </a:p>
                <a:p>
                  <a:endParaRPr sz="1200">
                    <a:solidFill>
                      <a:schemeClr val="dk1"/>
                    </a:solidFill>
                    <a:latin typeface="Times New Roman"/>
                    <a:ea typeface="Times New Roman"/>
                    <a:cs typeface="Times New Roman"/>
                    <a:sym typeface="Times New Roman"/>
                  </a:endParaRPr>
                </a:p>
              </p:txBody>
            </p:sp>
            <p:sp>
              <p:nvSpPr>
                <p:cNvPr id="264" name="Google Shape;264;p19"/>
                <p:cNvSpPr/>
                <p:nvPr/>
              </p:nvSpPr>
              <p:spPr>
                <a:xfrm>
                  <a:off x="566" y="940"/>
                  <a:ext cx="891" cy="3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200">
                    <a:solidFill>
                      <a:schemeClr val="dk1"/>
                    </a:solidFill>
                  </a:endParaRPr>
                </a:p>
              </p:txBody>
            </p:sp>
          </p:grpSp>
          <p:grpSp>
            <p:nvGrpSpPr>
              <p:cNvPr id="265" name="Google Shape;265;p19"/>
              <p:cNvGrpSpPr/>
              <p:nvPr/>
            </p:nvGrpSpPr>
            <p:grpSpPr>
              <a:xfrm>
                <a:off x="1457" y="940"/>
                <a:ext cx="715" cy="384"/>
                <a:chOff x="1457" y="940"/>
                <a:chExt cx="715" cy="384"/>
              </a:xfrm>
            </p:grpSpPr>
            <p:sp>
              <p:nvSpPr>
                <p:cNvPr id="266" name="Google Shape;266;p19"/>
                <p:cNvSpPr/>
                <p:nvPr/>
              </p:nvSpPr>
              <p:spPr>
                <a:xfrm>
                  <a:off x="1485" y="940"/>
                  <a:ext cx="659" cy="384"/>
                </a:xfrm>
                <a:prstGeom prst="rect">
                  <a:avLst/>
                </a:prstGeom>
                <a:noFill/>
                <a:ln>
                  <a:noFill/>
                </a:ln>
              </p:spPr>
              <p:txBody>
                <a:bodyPr spcFirstLastPara="1" wrap="square" lIns="39215" tIns="19602" rIns="39215" bIns="19602" anchor="t" anchorCtr="0">
                  <a:noAutofit/>
                </a:bodyPr>
                <a:lstStyle/>
                <a:p>
                  <a:r>
                    <a:rPr lang="en-US" sz="1200" i="1">
                      <a:solidFill>
                        <a:schemeClr val="dk1"/>
                      </a:solidFill>
                    </a:rPr>
                    <a:t>DALLAS</a:t>
                  </a:r>
                  <a:endParaRPr sz="1200">
                    <a:solidFill>
                      <a:schemeClr val="dk1"/>
                    </a:solidFill>
                    <a:latin typeface="Times New Roman"/>
                    <a:ea typeface="Times New Roman"/>
                    <a:cs typeface="Times New Roman"/>
                    <a:sym typeface="Times New Roman"/>
                  </a:endParaRPr>
                </a:p>
                <a:p>
                  <a:endParaRPr sz="1200">
                    <a:solidFill>
                      <a:schemeClr val="dk1"/>
                    </a:solidFill>
                    <a:latin typeface="Times New Roman"/>
                    <a:ea typeface="Times New Roman"/>
                    <a:cs typeface="Times New Roman"/>
                    <a:sym typeface="Times New Roman"/>
                  </a:endParaRPr>
                </a:p>
              </p:txBody>
            </p:sp>
            <p:sp>
              <p:nvSpPr>
                <p:cNvPr id="267" name="Google Shape;267;p19"/>
                <p:cNvSpPr/>
                <p:nvPr/>
              </p:nvSpPr>
              <p:spPr>
                <a:xfrm>
                  <a:off x="1457" y="940"/>
                  <a:ext cx="715" cy="3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200">
                    <a:solidFill>
                      <a:schemeClr val="dk1"/>
                    </a:solidFill>
                  </a:endParaRPr>
                </a:p>
              </p:txBody>
            </p:sp>
          </p:grpSp>
          <p:grpSp>
            <p:nvGrpSpPr>
              <p:cNvPr id="268" name="Google Shape;268;p19"/>
              <p:cNvGrpSpPr/>
              <p:nvPr/>
            </p:nvGrpSpPr>
            <p:grpSpPr>
              <a:xfrm>
                <a:off x="0" y="1324"/>
                <a:ext cx="566" cy="384"/>
                <a:chOff x="0" y="1324"/>
                <a:chExt cx="566" cy="384"/>
              </a:xfrm>
            </p:grpSpPr>
            <p:sp>
              <p:nvSpPr>
                <p:cNvPr id="269" name="Google Shape;269;p19"/>
                <p:cNvSpPr/>
                <p:nvPr/>
              </p:nvSpPr>
              <p:spPr>
                <a:xfrm>
                  <a:off x="28" y="1324"/>
                  <a:ext cx="510" cy="384"/>
                </a:xfrm>
                <a:prstGeom prst="rect">
                  <a:avLst/>
                </a:prstGeom>
                <a:noFill/>
                <a:ln>
                  <a:noFill/>
                </a:ln>
              </p:spPr>
              <p:txBody>
                <a:bodyPr spcFirstLastPara="1" wrap="square" lIns="39215" tIns="19602" rIns="39215" bIns="19602" anchor="t" anchorCtr="0">
                  <a:noAutofit/>
                </a:bodyPr>
                <a:lstStyle/>
                <a:p>
                  <a:r>
                    <a:rPr lang="en-US" sz="1200" i="1">
                      <a:solidFill>
                        <a:schemeClr val="dk1"/>
                      </a:solidFill>
                    </a:rPr>
                    <a:t>30</a:t>
                  </a:r>
                  <a:endParaRPr sz="1200">
                    <a:solidFill>
                      <a:schemeClr val="dk1"/>
                    </a:solidFill>
                    <a:latin typeface="Times New Roman"/>
                    <a:ea typeface="Times New Roman"/>
                    <a:cs typeface="Times New Roman"/>
                    <a:sym typeface="Times New Roman"/>
                  </a:endParaRPr>
                </a:p>
                <a:p>
                  <a:endParaRPr sz="1200">
                    <a:solidFill>
                      <a:schemeClr val="dk1"/>
                    </a:solidFill>
                    <a:latin typeface="Times New Roman"/>
                    <a:ea typeface="Times New Roman"/>
                    <a:cs typeface="Times New Roman"/>
                    <a:sym typeface="Times New Roman"/>
                  </a:endParaRPr>
                </a:p>
              </p:txBody>
            </p:sp>
            <p:sp>
              <p:nvSpPr>
                <p:cNvPr id="270" name="Google Shape;270;p19"/>
                <p:cNvSpPr/>
                <p:nvPr/>
              </p:nvSpPr>
              <p:spPr>
                <a:xfrm>
                  <a:off x="0" y="1324"/>
                  <a:ext cx="566" cy="3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200">
                    <a:solidFill>
                      <a:schemeClr val="dk1"/>
                    </a:solidFill>
                  </a:endParaRPr>
                </a:p>
              </p:txBody>
            </p:sp>
          </p:grpSp>
          <p:grpSp>
            <p:nvGrpSpPr>
              <p:cNvPr id="271" name="Google Shape;271;p19"/>
              <p:cNvGrpSpPr/>
              <p:nvPr/>
            </p:nvGrpSpPr>
            <p:grpSpPr>
              <a:xfrm>
                <a:off x="566" y="1324"/>
                <a:ext cx="891" cy="384"/>
                <a:chOff x="566" y="1324"/>
                <a:chExt cx="891" cy="384"/>
              </a:xfrm>
            </p:grpSpPr>
            <p:sp>
              <p:nvSpPr>
                <p:cNvPr id="272" name="Google Shape;272;p19"/>
                <p:cNvSpPr/>
                <p:nvPr/>
              </p:nvSpPr>
              <p:spPr>
                <a:xfrm>
                  <a:off x="594" y="1324"/>
                  <a:ext cx="835" cy="384"/>
                </a:xfrm>
                <a:prstGeom prst="rect">
                  <a:avLst/>
                </a:prstGeom>
                <a:noFill/>
                <a:ln>
                  <a:noFill/>
                </a:ln>
              </p:spPr>
              <p:txBody>
                <a:bodyPr spcFirstLastPara="1" wrap="square" lIns="39215" tIns="19602" rIns="39215" bIns="19602" anchor="t" anchorCtr="0">
                  <a:noAutofit/>
                </a:bodyPr>
                <a:lstStyle/>
                <a:p>
                  <a:r>
                    <a:rPr lang="en-US" sz="1200" i="1">
                      <a:solidFill>
                        <a:schemeClr val="dk1"/>
                      </a:solidFill>
                    </a:rPr>
                    <a:t>SALES</a:t>
                  </a:r>
                  <a:endParaRPr sz="1200">
                    <a:solidFill>
                      <a:schemeClr val="dk1"/>
                    </a:solidFill>
                    <a:latin typeface="Times New Roman"/>
                    <a:ea typeface="Times New Roman"/>
                    <a:cs typeface="Times New Roman"/>
                    <a:sym typeface="Times New Roman"/>
                  </a:endParaRPr>
                </a:p>
                <a:p>
                  <a:endParaRPr sz="1200">
                    <a:solidFill>
                      <a:schemeClr val="dk1"/>
                    </a:solidFill>
                    <a:latin typeface="Times New Roman"/>
                    <a:ea typeface="Times New Roman"/>
                    <a:cs typeface="Times New Roman"/>
                    <a:sym typeface="Times New Roman"/>
                  </a:endParaRPr>
                </a:p>
              </p:txBody>
            </p:sp>
            <p:sp>
              <p:nvSpPr>
                <p:cNvPr id="273" name="Google Shape;273;p19"/>
                <p:cNvSpPr/>
                <p:nvPr/>
              </p:nvSpPr>
              <p:spPr>
                <a:xfrm>
                  <a:off x="566" y="1324"/>
                  <a:ext cx="891" cy="3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200">
                    <a:solidFill>
                      <a:schemeClr val="dk1"/>
                    </a:solidFill>
                  </a:endParaRPr>
                </a:p>
              </p:txBody>
            </p:sp>
          </p:grpSp>
          <p:grpSp>
            <p:nvGrpSpPr>
              <p:cNvPr id="274" name="Google Shape;274;p19"/>
              <p:cNvGrpSpPr/>
              <p:nvPr/>
            </p:nvGrpSpPr>
            <p:grpSpPr>
              <a:xfrm>
                <a:off x="1457" y="1324"/>
                <a:ext cx="715" cy="384"/>
                <a:chOff x="1457" y="1324"/>
                <a:chExt cx="715" cy="384"/>
              </a:xfrm>
            </p:grpSpPr>
            <p:sp>
              <p:nvSpPr>
                <p:cNvPr id="275" name="Google Shape;275;p19"/>
                <p:cNvSpPr/>
                <p:nvPr/>
              </p:nvSpPr>
              <p:spPr>
                <a:xfrm>
                  <a:off x="1485" y="1324"/>
                  <a:ext cx="659" cy="384"/>
                </a:xfrm>
                <a:prstGeom prst="rect">
                  <a:avLst/>
                </a:prstGeom>
                <a:noFill/>
                <a:ln>
                  <a:noFill/>
                </a:ln>
              </p:spPr>
              <p:txBody>
                <a:bodyPr spcFirstLastPara="1" wrap="square" lIns="39215" tIns="19602" rIns="39215" bIns="19602" anchor="t" anchorCtr="0">
                  <a:noAutofit/>
                </a:bodyPr>
                <a:lstStyle/>
                <a:p>
                  <a:r>
                    <a:rPr lang="en-US" sz="1200" i="1">
                      <a:solidFill>
                        <a:schemeClr val="dk1"/>
                      </a:solidFill>
                    </a:rPr>
                    <a:t>CHICAGO</a:t>
                  </a:r>
                  <a:endParaRPr sz="1200">
                    <a:solidFill>
                      <a:schemeClr val="dk1"/>
                    </a:solidFill>
                    <a:latin typeface="Times New Roman"/>
                    <a:ea typeface="Times New Roman"/>
                    <a:cs typeface="Times New Roman"/>
                    <a:sym typeface="Times New Roman"/>
                  </a:endParaRPr>
                </a:p>
                <a:p>
                  <a:endParaRPr sz="1200">
                    <a:solidFill>
                      <a:schemeClr val="dk1"/>
                    </a:solidFill>
                    <a:latin typeface="Times New Roman"/>
                    <a:ea typeface="Times New Roman"/>
                    <a:cs typeface="Times New Roman"/>
                    <a:sym typeface="Times New Roman"/>
                  </a:endParaRPr>
                </a:p>
              </p:txBody>
            </p:sp>
            <p:sp>
              <p:nvSpPr>
                <p:cNvPr id="276" name="Google Shape;276;p19"/>
                <p:cNvSpPr/>
                <p:nvPr/>
              </p:nvSpPr>
              <p:spPr>
                <a:xfrm>
                  <a:off x="1457" y="1324"/>
                  <a:ext cx="715" cy="3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200">
                    <a:solidFill>
                      <a:schemeClr val="dk1"/>
                    </a:solidFill>
                  </a:endParaRPr>
                </a:p>
              </p:txBody>
            </p:sp>
          </p:grpSp>
          <p:grpSp>
            <p:nvGrpSpPr>
              <p:cNvPr id="277" name="Google Shape;277;p19"/>
              <p:cNvGrpSpPr/>
              <p:nvPr/>
            </p:nvGrpSpPr>
            <p:grpSpPr>
              <a:xfrm>
                <a:off x="0" y="1708"/>
                <a:ext cx="566" cy="384"/>
                <a:chOff x="0" y="1708"/>
                <a:chExt cx="566" cy="384"/>
              </a:xfrm>
            </p:grpSpPr>
            <p:sp>
              <p:nvSpPr>
                <p:cNvPr id="278" name="Google Shape;278;p19"/>
                <p:cNvSpPr/>
                <p:nvPr/>
              </p:nvSpPr>
              <p:spPr>
                <a:xfrm>
                  <a:off x="28" y="1708"/>
                  <a:ext cx="510" cy="384"/>
                </a:xfrm>
                <a:prstGeom prst="rect">
                  <a:avLst/>
                </a:prstGeom>
                <a:noFill/>
                <a:ln>
                  <a:noFill/>
                </a:ln>
              </p:spPr>
              <p:txBody>
                <a:bodyPr spcFirstLastPara="1" wrap="square" lIns="39215" tIns="19602" rIns="39215" bIns="19602" anchor="t" anchorCtr="0">
                  <a:noAutofit/>
                </a:bodyPr>
                <a:lstStyle/>
                <a:p>
                  <a:r>
                    <a:rPr lang="en-US" sz="1200" i="1">
                      <a:solidFill>
                        <a:schemeClr val="dk1"/>
                      </a:solidFill>
                    </a:rPr>
                    <a:t>40</a:t>
                  </a:r>
                  <a:endParaRPr sz="1200">
                    <a:solidFill>
                      <a:schemeClr val="dk1"/>
                    </a:solidFill>
                    <a:latin typeface="Times New Roman"/>
                    <a:ea typeface="Times New Roman"/>
                    <a:cs typeface="Times New Roman"/>
                    <a:sym typeface="Times New Roman"/>
                  </a:endParaRPr>
                </a:p>
                <a:p>
                  <a:endParaRPr sz="1200">
                    <a:solidFill>
                      <a:schemeClr val="dk1"/>
                    </a:solidFill>
                    <a:latin typeface="Times New Roman"/>
                    <a:ea typeface="Times New Roman"/>
                    <a:cs typeface="Times New Roman"/>
                    <a:sym typeface="Times New Roman"/>
                  </a:endParaRPr>
                </a:p>
              </p:txBody>
            </p:sp>
            <p:sp>
              <p:nvSpPr>
                <p:cNvPr id="279" name="Google Shape;279;p19"/>
                <p:cNvSpPr/>
                <p:nvPr/>
              </p:nvSpPr>
              <p:spPr>
                <a:xfrm>
                  <a:off x="0" y="1708"/>
                  <a:ext cx="566" cy="3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200">
                    <a:solidFill>
                      <a:schemeClr val="dk1"/>
                    </a:solidFill>
                  </a:endParaRPr>
                </a:p>
              </p:txBody>
            </p:sp>
          </p:grpSp>
          <p:grpSp>
            <p:nvGrpSpPr>
              <p:cNvPr id="280" name="Google Shape;280;p19"/>
              <p:cNvGrpSpPr/>
              <p:nvPr/>
            </p:nvGrpSpPr>
            <p:grpSpPr>
              <a:xfrm>
                <a:off x="566" y="1708"/>
                <a:ext cx="891" cy="384"/>
                <a:chOff x="566" y="1708"/>
                <a:chExt cx="891" cy="384"/>
              </a:xfrm>
            </p:grpSpPr>
            <p:sp>
              <p:nvSpPr>
                <p:cNvPr id="281" name="Google Shape;281;p19"/>
                <p:cNvSpPr/>
                <p:nvPr/>
              </p:nvSpPr>
              <p:spPr>
                <a:xfrm>
                  <a:off x="594" y="1708"/>
                  <a:ext cx="835" cy="384"/>
                </a:xfrm>
                <a:prstGeom prst="rect">
                  <a:avLst/>
                </a:prstGeom>
                <a:noFill/>
                <a:ln>
                  <a:noFill/>
                </a:ln>
              </p:spPr>
              <p:txBody>
                <a:bodyPr spcFirstLastPara="1" wrap="square" lIns="39215" tIns="19602" rIns="39215" bIns="19602" anchor="t" anchorCtr="0">
                  <a:noAutofit/>
                </a:bodyPr>
                <a:lstStyle/>
                <a:p>
                  <a:r>
                    <a:rPr lang="en-US" sz="1200" i="1">
                      <a:solidFill>
                        <a:schemeClr val="dk1"/>
                      </a:solidFill>
                    </a:rPr>
                    <a:t>OPERATIONS </a:t>
                  </a:r>
                  <a:endParaRPr sz="1200">
                    <a:solidFill>
                      <a:schemeClr val="dk1"/>
                    </a:solidFill>
                    <a:latin typeface="Times New Roman"/>
                    <a:ea typeface="Times New Roman"/>
                    <a:cs typeface="Times New Roman"/>
                    <a:sym typeface="Times New Roman"/>
                  </a:endParaRPr>
                </a:p>
                <a:p>
                  <a:endParaRPr sz="1200">
                    <a:solidFill>
                      <a:schemeClr val="dk1"/>
                    </a:solidFill>
                    <a:latin typeface="Times New Roman"/>
                    <a:ea typeface="Times New Roman"/>
                    <a:cs typeface="Times New Roman"/>
                    <a:sym typeface="Times New Roman"/>
                  </a:endParaRPr>
                </a:p>
              </p:txBody>
            </p:sp>
            <p:sp>
              <p:nvSpPr>
                <p:cNvPr id="282" name="Google Shape;282;p19"/>
                <p:cNvSpPr/>
                <p:nvPr/>
              </p:nvSpPr>
              <p:spPr>
                <a:xfrm>
                  <a:off x="566" y="1708"/>
                  <a:ext cx="891" cy="3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200">
                    <a:solidFill>
                      <a:schemeClr val="dk1"/>
                    </a:solidFill>
                  </a:endParaRPr>
                </a:p>
              </p:txBody>
            </p:sp>
          </p:grpSp>
          <p:grpSp>
            <p:nvGrpSpPr>
              <p:cNvPr id="283" name="Google Shape;283;p19"/>
              <p:cNvGrpSpPr/>
              <p:nvPr/>
            </p:nvGrpSpPr>
            <p:grpSpPr>
              <a:xfrm>
                <a:off x="1457" y="1708"/>
                <a:ext cx="715" cy="384"/>
                <a:chOff x="1457" y="1708"/>
                <a:chExt cx="715" cy="384"/>
              </a:xfrm>
            </p:grpSpPr>
            <p:sp>
              <p:nvSpPr>
                <p:cNvPr id="284" name="Google Shape;284;p19"/>
                <p:cNvSpPr/>
                <p:nvPr/>
              </p:nvSpPr>
              <p:spPr>
                <a:xfrm>
                  <a:off x="1485" y="1708"/>
                  <a:ext cx="659" cy="384"/>
                </a:xfrm>
                <a:prstGeom prst="rect">
                  <a:avLst/>
                </a:prstGeom>
                <a:noFill/>
                <a:ln>
                  <a:noFill/>
                </a:ln>
              </p:spPr>
              <p:txBody>
                <a:bodyPr spcFirstLastPara="1" wrap="square" lIns="39215" tIns="19602" rIns="39215" bIns="19602" anchor="t" anchorCtr="0">
                  <a:noAutofit/>
                </a:bodyPr>
                <a:lstStyle/>
                <a:p>
                  <a:r>
                    <a:rPr lang="en-US" sz="1200" i="1">
                      <a:solidFill>
                        <a:schemeClr val="dk1"/>
                      </a:solidFill>
                    </a:rPr>
                    <a:t>BOSTON</a:t>
                  </a:r>
                  <a:endParaRPr sz="1200">
                    <a:solidFill>
                      <a:schemeClr val="dk1"/>
                    </a:solidFill>
                    <a:latin typeface="Times New Roman"/>
                    <a:ea typeface="Times New Roman"/>
                    <a:cs typeface="Times New Roman"/>
                    <a:sym typeface="Times New Roman"/>
                  </a:endParaRPr>
                </a:p>
                <a:p>
                  <a:endParaRPr sz="1200">
                    <a:solidFill>
                      <a:schemeClr val="dk1"/>
                    </a:solidFill>
                    <a:latin typeface="Times New Roman"/>
                    <a:ea typeface="Times New Roman"/>
                    <a:cs typeface="Times New Roman"/>
                    <a:sym typeface="Times New Roman"/>
                  </a:endParaRPr>
                </a:p>
              </p:txBody>
            </p:sp>
            <p:sp>
              <p:nvSpPr>
                <p:cNvPr id="285" name="Google Shape;285;p19"/>
                <p:cNvSpPr/>
                <p:nvPr/>
              </p:nvSpPr>
              <p:spPr>
                <a:xfrm>
                  <a:off x="1457" y="1708"/>
                  <a:ext cx="715" cy="3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200">
                    <a:solidFill>
                      <a:schemeClr val="dk1"/>
                    </a:solidFill>
                  </a:endParaRPr>
                </a:p>
              </p:txBody>
            </p:sp>
          </p:grpSp>
        </p:grpSp>
        <p:sp>
          <p:nvSpPr>
            <p:cNvPr id="286" name="Google Shape;286;p19"/>
            <p:cNvSpPr/>
            <p:nvPr/>
          </p:nvSpPr>
          <p:spPr>
            <a:xfrm>
              <a:off x="-3" y="-3"/>
              <a:ext cx="2178" cy="2098"/>
            </a:xfrm>
            <a:prstGeom prst="rect">
              <a:avLst/>
            </a:prstGeom>
            <a:noFill/>
            <a:ln w="11100"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200">
                <a:solidFill>
                  <a:schemeClr val="dk1"/>
                </a:solidFill>
              </a:endParaRPr>
            </a:p>
          </p:txBody>
        </p:sp>
      </p:grpSp>
      <p:sp>
        <p:nvSpPr>
          <p:cNvPr id="287" name="Google Shape;287;p19"/>
          <p:cNvSpPr txBox="1"/>
          <p:nvPr/>
        </p:nvSpPr>
        <p:spPr>
          <a:xfrm>
            <a:off x="338844" y="653328"/>
            <a:ext cx="1176627" cy="250809"/>
          </a:xfrm>
          <a:prstGeom prst="rect">
            <a:avLst/>
          </a:prstGeom>
          <a:noFill/>
          <a:ln>
            <a:noFill/>
          </a:ln>
        </p:spPr>
        <p:txBody>
          <a:bodyPr spcFirstLastPara="1" wrap="square" lIns="39215" tIns="19602" rIns="39215" bIns="19602" anchor="t" anchorCtr="0">
            <a:spAutoFit/>
          </a:bodyPr>
          <a:lstStyle/>
          <a:p>
            <a:r>
              <a:rPr lang="en-US" sz="1373">
                <a:solidFill>
                  <a:schemeClr val="dk1"/>
                </a:solidFill>
                <a:latin typeface="Tahoma"/>
                <a:ea typeface="Tahoma"/>
                <a:cs typeface="Tahoma"/>
                <a:sym typeface="Tahoma"/>
              </a:rPr>
              <a:t>Tabla DEPT</a:t>
            </a:r>
            <a:endParaRPr sz="601"/>
          </a:p>
        </p:txBody>
      </p:sp>
      <p:sp>
        <p:nvSpPr>
          <p:cNvPr id="6" name="Google Shape;296;p20">
            <a:extLst>
              <a:ext uri="{FF2B5EF4-FFF2-40B4-BE49-F238E27FC236}">
                <a16:creationId xmlns:a16="http://schemas.microsoft.com/office/drawing/2014/main" xmlns="" id="{FCCC13FB-30A0-8902-B033-DF525527E962}"/>
              </a:ext>
            </a:extLst>
          </p:cNvPr>
          <p:cNvSpPr txBox="1"/>
          <p:nvPr/>
        </p:nvSpPr>
        <p:spPr>
          <a:xfrm>
            <a:off x="382667" y="2435312"/>
            <a:ext cx="1005482" cy="250809"/>
          </a:xfrm>
          <a:prstGeom prst="rect">
            <a:avLst/>
          </a:prstGeom>
          <a:noFill/>
          <a:ln>
            <a:noFill/>
          </a:ln>
        </p:spPr>
        <p:txBody>
          <a:bodyPr spcFirstLastPara="1" wrap="square" lIns="39215" tIns="19602" rIns="39215" bIns="19602" anchor="t" anchorCtr="0">
            <a:spAutoFit/>
          </a:bodyPr>
          <a:lstStyle/>
          <a:p>
            <a:r>
              <a:rPr lang="en-US" sz="1373" dirty="0" err="1">
                <a:solidFill>
                  <a:schemeClr val="dk1"/>
                </a:solidFill>
                <a:latin typeface="Tahoma"/>
                <a:ea typeface="Tahoma"/>
                <a:cs typeface="Tahoma"/>
                <a:sym typeface="Tahoma"/>
              </a:rPr>
              <a:t>Tabla</a:t>
            </a:r>
            <a:r>
              <a:rPr lang="en-US" sz="343" dirty="0">
                <a:solidFill>
                  <a:schemeClr val="dk1"/>
                </a:solidFill>
                <a:latin typeface="Tahoma"/>
                <a:ea typeface="Tahoma"/>
                <a:cs typeface="Tahoma"/>
                <a:sym typeface="Tahoma"/>
              </a:rPr>
              <a:t>    </a:t>
            </a:r>
            <a:r>
              <a:rPr lang="en-US" sz="1373" dirty="0">
                <a:solidFill>
                  <a:schemeClr val="dk1"/>
                </a:solidFill>
                <a:latin typeface="Tahoma"/>
                <a:ea typeface="Tahoma"/>
                <a:cs typeface="Tahoma"/>
                <a:sym typeface="Tahoma"/>
              </a:rPr>
              <a:t>EMP</a:t>
            </a:r>
            <a:endParaRPr sz="1373" dirty="0">
              <a:solidFill>
                <a:schemeClr val="dk1"/>
              </a:solidFill>
              <a:latin typeface="Tahoma"/>
              <a:ea typeface="Tahoma"/>
              <a:cs typeface="Tahoma"/>
              <a:sym typeface="Tahoma"/>
            </a:endParaRPr>
          </a:p>
        </p:txBody>
      </p:sp>
      <p:grpSp>
        <p:nvGrpSpPr>
          <p:cNvPr id="7" name="Google Shape;297;p20">
            <a:extLst>
              <a:ext uri="{FF2B5EF4-FFF2-40B4-BE49-F238E27FC236}">
                <a16:creationId xmlns:a16="http://schemas.microsoft.com/office/drawing/2014/main" xmlns="" id="{60B96F5D-4BA0-5D99-26F9-01CEA16C50CC}"/>
              </a:ext>
            </a:extLst>
          </p:cNvPr>
          <p:cNvGrpSpPr/>
          <p:nvPr/>
        </p:nvGrpSpPr>
        <p:grpSpPr>
          <a:xfrm>
            <a:off x="377860" y="2831157"/>
            <a:ext cx="8054940" cy="2693373"/>
            <a:chOff x="-3" y="-3"/>
            <a:chExt cx="4730" cy="3346"/>
          </a:xfrm>
        </p:grpSpPr>
        <p:grpSp>
          <p:nvGrpSpPr>
            <p:cNvPr id="8" name="Google Shape;298;p20">
              <a:extLst>
                <a:ext uri="{FF2B5EF4-FFF2-40B4-BE49-F238E27FC236}">
                  <a16:creationId xmlns:a16="http://schemas.microsoft.com/office/drawing/2014/main" xmlns="" id="{65E903BC-9FAC-52EF-5CEE-21D4ECE84DBF}"/>
                </a:ext>
              </a:extLst>
            </p:cNvPr>
            <p:cNvGrpSpPr/>
            <p:nvPr/>
          </p:nvGrpSpPr>
          <p:grpSpPr>
            <a:xfrm>
              <a:off x="0" y="0"/>
              <a:ext cx="4724" cy="3340"/>
              <a:chOff x="0" y="0"/>
              <a:chExt cx="4724" cy="3340"/>
            </a:xfrm>
          </p:grpSpPr>
          <p:grpSp>
            <p:nvGrpSpPr>
              <p:cNvPr id="10" name="Google Shape;299;p20">
                <a:extLst>
                  <a:ext uri="{FF2B5EF4-FFF2-40B4-BE49-F238E27FC236}">
                    <a16:creationId xmlns:a16="http://schemas.microsoft.com/office/drawing/2014/main" xmlns="" id="{03E4CE2C-1114-1696-C930-F493F77DC492}"/>
                  </a:ext>
                </a:extLst>
              </p:cNvPr>
              <p:cNvGrpSpPr/>
              <p:nvPr/>
            </p:nvGrpSpPr>
            <p:grpSpPr>
              <a:xfrm>
                <a:off x="0" y="0"/>
                <a:ext cx="572" cy="556"/>
                <a:chOff x="0" y="0"/>
                <a:chExt cx="572" cy="556"/>
              </a:xfrm>
            </p:grpSpPr>
            <p:sp>
              <p:nvSpPr>
                <p:cNvPr id="56" name="Google Shape;300;p20">
                  <a:extLst>
                    <a:ext uri="{FF2B5EF4-FFF2-40B4-BE49-F238E27FC236}">
                      <a16:creationId xmlns:a16="http://schemas.microsoft.com/office/drawing/2014/main" xmlns="" id="{8F4DC878-F31C-8812-5148-6AA0D4AB2811}"/>
                    </a:ext>
                  </a:extLst>
                </p:cNvPr>
                <p:cNvSpPr/>
                <p:nvPr/>
              </p:nvSpPr>
              <p:spPr>
                <a:xfrm>
                  <a:off x="28" y="0"/>
                  <a:ext cx="516" cy="556"/>
                </a:xfrm>
                <a:prstGeom prst="rect">
                  <a:avLst/>
                </a:prstGeom>
                <a:noFill/>
                <a:ln>
                  <a:noFill/>
                </a:ln>
              </p:spPr>
              <p:txBody>
                <a:bodyPr spcFirstLastPara="1" wrap="square" lIns="39215" tIns="19602" rIns="39215" bIns="19602" anchor="t" anchorCtr="0">
                  <a:noAutofit/>
                </a:bodyPr>
                <a:lstStyle/>
                <a:p>
                  <a:pPr algn="ctr"/>
                  <a:r>
                    <a:rPr lang="en-US" sz="1050" b="1">
                      <a:solidFill>
                        <a:schemeClr val="dk1"/>
                      </a:solidFill>
                      <a:latin typeface="+mn-lt"/>
                    </a:rPr>
                    <a:t>EMPNO</a:t>
                  </a:r>
                  <a:endParaRPr sz="1050">
                    <a:solidFill>
                      <a:schemeClr val="dk1"/>
                    </a:solidFill>
                    <a:latin typeface="+mn-lt"/>
                    <a:ea typeface="Times New Roman"/>
                    <a:cs typeface="Times New Roman"/>
                    <a:sym typeface="Times New Roman"/>
                  </a:endParaRPr>
                </a:p>
                <a:p>
                  <a:pPr algn="ctr"/>
                  <a:endParaRPr sz="1050">
                    <a:solidFill>
                      <a:schemeClr val="dk1"/>
                    </a:solidFill>
                    <a:latin typeface="+mn-lt"/>
                    <a:ea typeface="Times New Roman"/>
                    <a:cs typeface="Times New Roman"/>
                    <a:sym typeface="Times New Roman"/>
                  </a:endParaRPr>
                </a:p>
              </p:txBody>
            </p:sp>
            <p:sp>
              <p:nvSpPr>
                <p:cNvPr id="57" name="Google Shape;301;p20">
                  <a:extLst>
                    <a:ext uri="{FF2B5EF4-FFF2-40B4-BE49-F238E27FC236}">
                      <a16:creationId xmlns:a16="http://schemas.microsoft.com/office/drawing/2014/main" xmlns="" id="{357EE777-90B1-DB98-CACB-CBF8903BC21C}"/>
                    </a:ext>
                  </a:extLst>
                </p:cNvPr>
                <p:cNvSpPr/>
                <p:nvPr/>
              </p:nvSpPr>
              <p:spPr>
                <a:xfrm>
                  <a:off x="0" y="0"/>
                  <a:ext cx="572" cy="556"/>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050">
                    <a:solidFill>
                      <a:schemeClr val="dk1"/>
                    </a:solidFill>
                    <a:latin typeface="+mn-lt"/>
                  </a:endParaRPr>
                </a:p>
              </p:txBody>
            </p:sp>
          </p:grpSp>
          <p:grpSp>
            <p:nvGrpSpPr>
              <p:cNvPr id="11" name="Google Shape;302;p20">
                <a:extLst>
                  <a:ext uri="{FF2B5EF4-FFF2-40B4-BE49-F238E27FC236}">
                    <a16:creationId xmlns:a16="http://schemas.microsoft.com/office/drawing/2014/main" xmlns="" id="{39D664D6-A122-B3CA-6001-818C7035EF1E}"/>
                  </a:ext>
                </a:extLst>
              </p:cNvPr>
              <p:cNvGrpSpPr/>
              <p:nvPr/>
            </p:nvGrpSpPr>
            <p:grpSpPr>
              <a:xfrm>
                <a:off x="572" y="0"/>
                <a:ext cx="572" cy="556"/>
                <a:chOff x="572" y="0"/>
                <a:chExt cx="572" cy="556"/>
              </a:xfrm>
            </p:grpSpPr>
            <p:sp>
              <p:nvSpPr>
                <p:cNvPr id="54" name="Google Shape;303;p20">
                  <a:extLst>
                    <a:ext uri="{FF2B5EF4-FFF2-40B4-BE49-F238E27FC236}">
                      <a16:creationId xmlns:a16="http://schemas.microsoft.com/office/drawing/2014/main" xmlns="" id="{204C8E18-FEB3-1582-424F-C62B3252CAE1}"/>
                    </a:ext>
                  </a:extLst>
                </p:cNvPr>
                <p:cNvSpPr/>
                <p:nvPr/>
              </p:nvSpPr>
              <p:spPr>
                <a:xfrm>
                  <a:off x="600" y="0"/>
                  <a:ext cx="516" cy="556"/>
                </a:xfrm>
                <a:prstGeom prst="rect">
                  <a:avLst/>
                </a:prstGeom>
                <a:noFill/>
                <a:ln>
                  <a:noFill/>
                </a:ln>
              </p:spPr>
              <p:txBody>
                <a:bodyPr spcFirstLastPara="1" wrap="square" lIns="39215" tIns="19602" rIns="39215" bIns="19602" anchor="t" anchorCtr="0">
                  <a:noAutofit/>
                </a:bodyPr>
                <a:lstStyle/>
                <a:p>
                  <a:pPr algn="ctr"/>
                  <a:r>
                    <a:rPr lang="en-US" sz="1050" b="1">
                      <a:solidFill>
                        <a:schemeClr val="dk1"/>
                      </a:solidFill>
                      <a:latin typeface="+mn-lt"/>
                    </a:rPr>
                    <a:t>ENAME</a:t>
                  </a:r>
                  <a:endParaRPr sz="1050">
                    <a:solidFill>
                      <a:schemeClr val="dk1"/>
                    </a:solidFill>
                    <a:latin typeface="+mn-lt"/>
                    <a:ea typeface="Times New Roman"/>
                    <a:cs typeface="Times New Roman"/>
                    <a:sym typeface="Times New Roman"/>
                  </a:endParaRPr>
                </a:p>
                <a:p>
                  <a:pPr algn="ctr"/>
                  <a:endParaRPr sz="1050">
                    <a:solidFill>
                      <a:schemeClr val="dk1"/>
                    </a:solidFill>
                    <a:latin typeface="+mn-lt"/>
                    <a:ea typeface="Times New Roman"/>
                    <a:cs typeface="Times New Roman"/>
                    <a:sym typeface="Times New Roman"/>
                  </a:endParaRPr>
                </a:p>
              </p:txBody>
            </p:sp>
            <p:sp>
              <p:nvSpPr>
                <p:cNvPr id="55" name="Google Shape;304;p20">
                  <a:extLst>
                    <a:ext uri="{FF2B5EF4-FFF2-40B4-BE49-F238E27FC236}">
                      <a16:creationId xmlns:a16="http://schemas.microsoft.com/office/drawing/2014/main" xmlns="" id="{C8686E7A-8B81-305B-A705-6225427D1724}"/>
                    </a:ext>
                  </a:extLst>
                </p:cNvPr>
                <p:cNvSpPr/>
                <p:nvPr/>
              </p:nvSpPr>
              <p:spPr>
                <a:xfrm>
                  <a:off x="572" y="0"/>
                  <a:ext cx="572" cy="556"/>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050">
                    <a:solidFill>
                      <a:schemeClr val="dk1"/>
                    </a:solidFill>
                    <a:latin typeface="+mn-lt"/>
                  </a:endParaRPr>
                </a:p>
              </p:txBody>
            </p:sp>
          </p:grpSp>
          <p:grpSp>
            <p:nvGrpSpPr>
              <p:cNvPr id="12" name="Google Shape;305;p20">
                <a:extLst>
                  <a:ext uri="{FF2B5EF4-FFF2-40B4-BE49-F238E27FC236}">
                    <a16:creationId xmlns:a16="http://schemas.microsoft.com/office/drawing/2014/main" xmlns="" id="{8886B738-921B-75C2-C1A4-9B08B5370BE4}"/>
                  </a:ext>
                </a:extLst>
              </p:cNvPr>
              <p:cNvGrpSpPr/>
              <p:nvPr/>
            </p:nvGrpSpPr>
            <p:grpSpPr>
              <a:xfrm>
                <a:off x="1144" y="0"/>
                <a:ext cx="572" cy="556"/>
                <a:chOff x="1144" y="0"/>
                <a:chExt cx="572" cy="556"/>
              </a:xfrm>
            </p:grpSpPr>
            <p:sp>
              <p:nvSpPr>
                <p:cNvPr id="52" name="Google Shape;306;p20">
                  <a:extLst>
                    <a:ext uri="{FF2B5EF4-FFF2-40B4-BE49-F238E27FC236}">
                      <a16:creationId xmlns:a16="http://schemas.microsoft.com/office/drawing/2014/main" xmlns="" id="{01A35C96-8C26-4A43-3621-D574F32A1417}"/>
                    </a:ext>
                  </a:extLst>
                </p:cNvPr>
                <p:cNvSpPr/>
                <p:nvPr/>
              </p:nvSpPr>
              <p:spPr>
                <a:xfrm>
                  <a:off x="1172" y="0"/>
                  <a:ext cx="516" cy="556"/>
                </a:xfrm>
                <a:prstGeom prst="rect">
                  <a:avLst/>
                </a:prstGeom>
                <a:noFill/>
                <a:ln>
                  <a:noFill/>
                </a:ln>
              </p:spPr>
              <p:txBody>
                <a:bodyPr spcFirstLastPara="1" wrap="square" lIns="39215" tIns="19602" rIns="39215" bIns="19602" anchor="t" anchorCtr="0">
                  <a:noAutofit/>
                </a:bodyPr>
                <a:lstStyle/>
                <a:p>
                  <a:pPr algn="ctr"/>
                  <a:r>
                    <a:rPr lang="en-US" sz="1050" b="1">
                      <a:solidFill>
                        <a:schemeClr val="dk1"/>
                      </a:solidFill>
                      <a:latin typeface="+mn-lt"/>
                    </a:rPr>
                    <a:t>JOB</a:t>
                  </a:r>
                  <a:endParaRPr sz="1050">
                    <a:solidFill>
                      <a:schemeClr val="dk1"/>
                    </a:solidFill>
                    <a:latin typeface="+mn-lt"/>
                    <a:ea typeface="Times New Roman"/>
                    <a:cs typeface="Times New Roman"/>
                    <a:sym typeface="Times New Roman"/>
                  </a:endParaRPr>
                </a:p>
                <a:p>
                  <a:pPr algn="ctr"/>
                  <a:endParaRPr sz="1050">
                    <a:solidFill>
                      <a:schemeClr val="dk1"/>
                    </a:solidFill>
                    <a:latin typeface="+mn-lt"/>
                    <a:ea typeface="Times New Roman"/>
                    <a:cs typeface="Times New Roman"/>
                    <a:sym typeface="Times New Roman"/>
                  </a:endParaRPr>
                </a:p>
              </p:txBody>
            </p:sp>
            <p:sp>
              <p:nvSpPr>
                <p:cNvPr id="53" name="Google Shape;307;p20">
                  <a:extLst>
                    <a:ext uri="{FF2B5EF4-FFF2-40B4-BE49-F238E27FC236}">
                      <a16:creationId xmlns:a16="http://schemas.microsoft.com/office/drawing/2014/main" xmlns="" id="{C18FC86E-8240-14E1-EF10-EF4E2151A33B}"/>
                    </a:ext>
                  </a:extLst>
                </p:cNvPr>
                <p:cNvSpPr/>
                <p:nvPr/>
              </p:nvSpPr>
              <p:spPr>
                <a:xfrm>
                  <a:off x="1144" y="0"/>
                  <a:ext cx="572" cy="556"/>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050">
                    <a:solidFill>
                      <a:schemeClr val="dk1"/>
                    </a:solidFill>
                    <a:latin typeface="+mn-lt"/>
                  </a:endParaRPr>
                </a:p>
              </p:txBody>
            </p:sp>
          </p:grpSp>
          <p:grpSp>
            <p:nvGrpSpPr>
              <p:cNvPr id="13" name="Google Shape;308;p20">
                <a:extLst>
                  <a:ext uri="{FF2B5EF4-FFF2-40B4-BE49-F238E27FC236}">
                    <a16:creationId xmlns:a16="http://schemas.microsoft.com/office/drawing/2014/main" xmlns="" id="{3D6B6562-7991-0AB7-E057-D0C3D0371471}"/>
                  </a:ext>
                </a:extLst>
              </p:cNvPr>
              <p:cNvGrpSpPr/>
              <p:nvPr/>
            </p:nvGrpSpPr>
            <p:grpSpPr>
              <a:xfrm>
                <a:off x="1716" y="0"/>
                <a:ext cx="572" cy="556"/>
                <a:chOff x="1716" y="0"/>
                <a:chExt cx="572" cy="556"/>
              </a:xfrm>
            </p:grpSpPr>
            <p:sp>
              <p:nvSpPr>
                <p:cNvPr id="50" name="Google Shape;309;p20">
                  <a:extLst>
                    <a:ext uri="{FF2B5EF4-FFF2-40B4-BE49-F238E27FC236}">
                      <a16:creationId xmlns:a16="http://schemas.microsoft.com/office/drawing/2014/main" xmlns="" id="{C4505F4D-5889-9E28-78FD-57A11B37B0EA}"/>
                    </a:ext>
                  </a:extLst>
                </p:cNvPr>
                <p:cNvSpPr/>
                <p:nvPr/>
              </p:nvSpPr>
              <p:spPr>
                <a:xfrm>
                  <a:off x="1744" y="0"/>
                  <a:ext cx="516" cy="556"/>
                </a:xfrm>
                <a:prstGeom prst="rect">
                  <a:avLst/>
                </a:prstGeom>
                <a:noFill/>
                <a:ln>
                  <a:noFill/>
                </a:ln>
              </p:spPr>
              <p:txBody>
                <a:bodyPr spcFirstLastPara="1" wrap="square" lIns="39215" tIns="19602" rIns="39215" bIns="0" anchor="t" anchorCtr="0">
                  <a:noAutofit/>
                </a:bodyPr>
                <a:lstStyle/>
                <a:p>
                  <a:pPr algn="ctr"/>
                  <a:r>
                    <a:rPr lang="en-US" sz="1050" b="1">
                      <a:solidFill>
                        <a:schemeClr val="dk1"/>
                      </a:solidFill>
                      <a:latin typeface="+mn-lt"/>
                    </a:rPr>
                    <a:t>MGR</a:t>
                  </a:r>
                  <a:endParaRPr sz="1050">
                    <a:latin typeface="+mn-lt"/>
                  </a:endParaRPr>
                </a:p>
                <a:p>
                  <a:pPr algn="ctr"/>
                  <a:endParaRPr sz="1050">
                    <a:solidFill>
                      <a:schemeClr val="dk1"/>
                    </a:solidFill>
                    <a:latin typeface="+mn-lt"/>
                    <a:ea typeface="Times New Roman"/>
                    <a:cs typeface="Times New Roman"/>
                    <a:sym typeface="Times New Roman"/>
                  </a:endParaRPr>
                </a:p>
              </p:txBody>
            </p:sp>
            <p:sp>
              <p:nvSpPr>
                <p:cNvPr id="51" name="Google Shape;310;p20">
                  <a:extLst>
                    <a:ext uri="{FF2B5EF4-FFF2-40B4-BE49-F238E27FC236}">
                      <a16:creationId xmlns:a16="http://schemas.microsoft.com/office/drawing/2014/main" xmlns="" id="{33152573-8088-5B6B-B64A-331B2C1CCC18}"/>
                    </a:ext>
                  </a:extLst>
                </p:cNvPr>
                <p:cNvSpPr/>
                <p:nvPr/>
              </p:nvSpPr>
              <p:spPr>
                <a:xfrm>
                  <a:off x="1716" y="0"/>
                  <a:ext cx="572" cy="556"/>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050">
                    <a:solidFill>
                      <a:schemeClr val="dk1"/>
                    </a:solidFill>
                    <a:latin typeface="+mn-lt"/>
                  </a:endParaRPr>
                </a:p>
              </p:txBody>
            </p:sp>
          </p:grpSp>
          <p:grpSp>
            <p:nvGrpSpPr>
              <p:cNvPr id="14" name="Google Shape;311;p20">
                <a:extLst>
                  <a:ext uri="{FF2B5EF4-FFF2-40B4-BE49-F238E27FC236}">
                    <a16:creationId xmlns:a16="http://schemas.microsoft.com/office/drawing/2014/main" xmlns="" id="{F8833E26-2BD2-2A87-4C51-D577A7259F7F}"/>
                  </a:ext>
                </a:extLst>
              </p:cNvPr>
              <p:cNvGrpSpPr/>
              <p:nvPr/>
            </p:nvGrpSpPr>
            <p:grpSpPr>
              <a:xfrm>
                <a:off x="2288" y="0"/>
                <a:ext cx="797" cy="556"/>
                <a:chOff x="2288" y="0"/>
                <a:chExt cx="797" cy="556"/>
              </a:xfrm>
            </p:grpSpPr>
            <p:sp>
              <p:nvSpPr>
                <p:cNvPr id="48" name="Google Shape;312;p20">
                  <a:extLst>
                    <a:ext uri="{FF2B5EF4-FFF2-40B4-BE49-F238E27FC236}">
                      <a16:creationId xmlns:a16="http://schemas.microsoft.com/office/drawing/2014/main" xmlns="" id="{0CC635E8-1088-6C6D-BABD-84592FB53003}"/>
                    </a:ext>
                  </a:extLst>
                </p:cNvPr>
                <p:cNvSpPr/>
                <p:nvPr/>
              </p:nvSpPr>
              <p:spPr>
                <a:xfrm>
                  <a:off x="2316" y="0"/>
                  <a:ext cx="741" cy="556"/>
                </a:xfrm>
                <a:prstGeom prst="rect">
                  <a:avLst/>
                </a:prstGeom>
                <a:noFill/>
                <a:ln>
                  <a:noFill/>
                </a:ln>
              </p:spPr>
              <p:txBody>
                <a:bodyPr spcFirstLastPara="1" wrap="square" lIns="39215" tIns="19602" rIns="39215" bIns="0" anchor="t" anchorCtr="0">
                  <a:noAutofit/>
                </a:bodyPr>
                <a:lstStyle/>
                <a:p>
                  <a:r>
                    <a:rPr lang="en-US" sz="1050" b="1">
                      <a:solidFill>
                        <a:schemeClr val="dk1"/>
                      </a:solidFill>
                      <a:latin typeface="+mn-lt"/>
                    </a:rPr>
                    <a:t>HIREDATE</a:t>
                  </a:r>
                  <a:endParaRPr sz="1050">
                    <a:latin typeface="+mn-lt"/>
                  </a:endParaRPr>
                </a:p>
                <a:p>
                  <a:endParaRPr sz="1050">
                    <a:solidFill>
                      <a:schemeClr val="dk1"/>
                    </a:solidFill>
                    <a:latin typeface="+mn-lt"/>
                    <a:ea typeface="Times New Roman"/>
                    <a:cs typeface="Times New Roman"/>
                    <a:sym typeface="Times New Roman"/>
                  </a:endParaRPr>
                </a:p>
              </p:txBody>
            </p:sp>
            <p:sp>
              <p:nvSpPr>
                <p:cNvPr id="49" name="Google Shape;313;p20">
                  <a:extLst>
                    <a:ext uri="{FF2B5EF4-FFF2-40B4-BE49-F238E27FC236}">
                      <a16:creationId xmlns:a16="http://schemas.microsoft.com/office/drawing/2014/main" xmlns="" id="{CC6FC57B-5385-0D58-BFE9-0F5342D2A52D}"/>
                    </a:ext>
                  </a:extLst>
                </p:cNvPr>
                <p:cNvSpPr/>
                <p:nvPr/>
              </p:nvSpPr>
              <p:spPr>
                <a:xfrm>
                  <a:off x="2288" y="0"/>
                  <a:ext cx="797" cy="556"/>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050">
                    <a:solidFill>
                      <a:schemeClr val="dk1"/>
                    </a:solidFill>
                    <a:latin typeface="+mn-lt"/>
                  </a:endParaRPr>
                </a:p>
              </p:txBody>
            </p:sp>
          </p:grpSp>
          <p:grpSp>
            <p:nvGrpSpPr>
              <p:cNvPr id="15" name="Google Shape;314;p20">
                <a:extLst>
                  <a:ext uri="{FF2B5EF4-FFF2-40B4-BE49-F238E27FC236}">
                    <a16:creationId xmlns:a16="http://schemas.microsoft.com/office/drawing/2014/main" xmlns="" id="{4EE37F14-8AEA-C369-2C05-E1BB59597600}"/>
                  </a:ext>
                </a:extLst>
              </p:cNvPr>
              <p:cNvGrpSpPr/>
              <p:nvPr/>
            </p:nvGrpSpPr>
            <p:grpSpPr>
              <a:xfrm>
                <a:off x="3085" y="0"/>
                <a:ext cx="469" cy="556"/>
                <a:chOff x="3085" y="0"/>
                <a:chExt cx="469" cy="556"/>
              </a:xfrm>
            </p:grpSpPr>
            <p:sp>
              <p:nvSpPr>
                <p:cNvPr id="46" name="Google Shape;315;p20">
                  <a:extLst>
                    <a:ext uri="{FF2B5EF4-FFF2-40B4-BE49-F238E27FC236}">
                      <a16:creationId xmlns:a16="http://schemas.microsoft.com/office/drawing/2014/main" xmlns="" id="{41AB5817-79C8-B5D2-EA99-08448F683ADB}"/>
                    </a:ext>
                  </a:extLst>
                </p:cNvPr>
                <p:cNvSpPr/>
                <p:nvPr/>
              </p:nvSpPr>
              <p:spPr>
                <a:xfrm>
                  <a:off x="3113" y="0"/>
                  <a:ext cx="413" cy="556"/>
                </a:xfrm>
                <a:prstGeom prst="rect">
                  <a:avLst/>
                </a:prstGeom>
                <a:noFill/>
                <a:ln>
                  <a:noFill/>
                </a:ln>
              </p:spPr>
              <p:txBody>
                <a:bodyPr spcFirstLastPara="1" wrap="square" lIns="39215" tIns="19602" rIns="39215" bIns="0" anchor="t" anchorCtr="0">
                  <a:noAutofit/>
                </a:bodyPr>
                <a:lstStyle/>
                <a:p>
                  <a:pPr algn="ctr"/>
                  <a:r>
                    <a:rPr lang="en-US" sz="1050" b="1">
                      <a:solidFill>
                        <a:schemeClr val="dk1"/>
                      </a:solidFill>
                      <a:latin typeface="+mn-lt"/>
                    </a:rPr>
                    <a:t>SAL</a:t>
                  </a:r>
                  <a:endParaRPr sz="1050">
                    <a:latin typeface="+mn-lt"/>
                  </a:endParaRPr>
                </a:p>
                <a:p>
                  <a:pPr algn="ctr"/>
                  <a:endParaRPr sz="1050">
                    <a:solidFill>
                      <a:schemeClr val="dk1"/>
                    </a:solidFill>
                    <a:latin typeface="+mn-lt"/>
                    <a:ea typeface="Times New Roman"/>
                    <a:cs typeface="Times New Roman"/>
                    <a:sym typeface="Times New Roman"/>
                  </a:endParaRPr>
                </a:p>
              </p:txBody>
            </p:sp>
            <p:sp>
              <p:nvSpPr>
                <p:cNvPr id="47" name="Google Shape;316;p20">
                  <a:extLst>
                    <a:ext uri="{FF2B5EF4-FFF2-40B4-BE49-F238E27FC236}">
                      <a16:creationId xmlns:a16="http://schemas.microsoft.com/office/drawing/2014/main" xmlns="" id="{12A8D6E5-13BC-467A-91E8-8F0648230E9F}"/>
                    </a:ext>
                  </a:extLst>
                </p:cNvPr>
                <p:cNvSpPr/>
                <p:nvPr/>
              </p:nvSpPr>
              <p:spPr>
                <a:xfrm>
                  <a:off x="3085" y="0"/>
                  <a:ext cx="469" cy="556"/>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050">
                    <a:solidFill>
                      <a:schemeClr val="dk1"/>
                    </a:solidFill>
                    <a:latin typeface="+mn-lt"/>
                  </a:endParaRPr>
                </a:p>
              </p:txBody>
            </p:sp>
          </p:grpSp>
          <p:grpSp>
            <p:nvGrpSpPr>
              <p:cNvPr id="16" name="Google Shape;317;p20">
                <a:extLst>
                  <a:ext uri="{FF2B5EF4-FFF2-40B4-BE49-F238E27FC236}">
                    <a16:creationId xmlns:a16="http://schemas.microsoft.com/office/drawing/2014/main" xmlns="" id="{83001063-1C36-BB4C-281E-40231C3EEFC5}"/>
                  </a:ext>
                </a:extLst>
              </p:cNvPr>
              <p:cNvGrpSpPr/>
              <p:nvPr/>
            </p:nvGrpSpPr>
            <p:grpSpPr>
              <a:xfrm>
                <a:off x="3554" y="0"/>
                <a:ext cx="572" cy="556"/>
                <a:chOff x="3554" y="0"/>
                <a:chExt cx="572" cy="556"/>
              </a:xfrm>
            </p:grpSpPr>
            <p:sp>
              <p:nvSpPr>
                <p:cNvPr id="44" name="Google Shape;318;p20">
                  <a:extLst>
                    <a:ext uri="{FF2B5EF4-FFF2-40B4-BE49-F238E27FC236}">
                      <a16:creationId xmlns:a16="http://schemas.microsoft.com/office/drawing/2014/main" xmlns="" id="{6E16E578-29FA-9D97-48BB-2A9C005F47E2}"/>
                    </a:ext>
                  </a:extLst>
                </p:cNvPr>
                <p:cNvSpPr/>
                <p:nvPr/>
              </p:nvSpPr>
              <p:spPr>
                <a:xfrm>
                  <a:off x="3582" y="0"/>
                  <a:ext cx="516" cy="556"/>
                </a:xfrm>
                <a:prstGeom prst="rect">
                  <a:avLst/>
                </a:prstGeom>
                <a:noFill/>
                <a:ln>
                  <a:noFill/>
                </a:ln>
              </p:spPr>
              <p:txBody>
                <a:bodyPr spcFirstLastPara="1" wrap="square" lIns="39215" tIns="19602" rIns="39215" bIns="0" anchor="t" anchorCtr="0">
                  <a:noAutofit/>
                </a:bodyPr>
                <a:lstStyle/>
                <a:p>
                  <a:r>
                    <a:rPr lang="en-US" sz="1050" b="1">
                      <a:solidFill>
                        <a:schemeClr val="dk1"/>
                      </a:solidFill>
                      <a:latin typeface="+mn-lt"/>
                    </a:rPr>
                    <a:t>COMM</a:t>
                  </a:r>
                  <a:endParaRPr sz="1050">
                    <a:latin typeface="+mn-lt"/>
                  </a:endParaRPr>
                </a:p>
                <a:p>
                  <a:endParaRPr sz="1050">
                    <a:solidFill>
                      <a:schemeClr val="dk1"/>
                    </a:solidFill>
                    <a:latin typeface="+mn-lt"/>
                    <a:ea typeface="Times New Roman"/>
                    <a:cs typeface="Times New Roman"/>
                    <a:sym typeface="Times New Roman"/>
                  </a:endParaRPr>
                </a:p>
              </p:txBody>
            </p:sp>
            <p:sp>
              <p:nvSpPr>
                <p:cNvPr id="45" name="Google Shape;319;p20">
                  <a:extLst>
                    <a:ext uri="{FF2B5EF4-FFF2-40B4-BE49-F238E27FC236}">
                      <a16:creationId xmlns:a16="http://schemas.microsoft.com/office/drawing/2014/main" xmlns="" id="{3880A5DD-B69C-1667-B9E0-55D06C08C659}"/>
                    </a:ext>
                  </a:extLst>
                </p:cNvPr>
                <p:cNvSpPr/>
                <p:nvPr/>
              </p:nvSpPr>
              <p:spPr>
                <a:xfrm>
                  <a:off x="3554" y="0"/>
                  <a:ext cx="572" cy="556"/>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050">
                    <a:solidFill>
                      <a:schemeClr val="dk1"/>
                    </a:solidFill>
                    <a:latin typeface="+mn-lt"/>
                  </a:endParaRPr>
                </a:p>
              </p:txBody>
            </p:sp>
          </p:grpSp>
          <p:grpSp>
            <p:nvGrpSpPr>
              <p:cNvPr id="17" name="Google Shape;320;p20">
                <a:extLst>
                  <a:ext uri="{FF2B5EF4-FFF2-40B4-BE49-F238E27FC236}">
                    <a16:creationId xmlns:a16="http://schemas.microsoft.com/office/drawing/2014/main" xmlns="" id="{33BFA12A-AFDA-D824-9D13-2F39CA25E589}"/>
                  </a:ext>
                </a:extLst>
              </p:cNvPr>
              <p:cNvGrpSpPr/>
              <p:nvPr/>
            </p:nvGrpSpPr>
            <p:grpSpPr>
              <a:xfrm>
                <a:off x="4126" y="0"/>
                <a:ext cx="598" cy="556"/>
                <a:chOff x="4126" y="0"/>
                <a:chExt cx="598" cy="556"/>
              </a:xfrm>
            </p:grpSpPr>
            <p:sp>
              <p:nvSpPr>
                <p:cNvPr id="42" name="Google Shape;321;p20">
                  <a:extLst>
                    <a:ext uri="{FF2B5EF4-FFF2-40B4-BE49-F238E27FC236}">
                      <a16:creationId xmlns:a16="http://schemas.microsoft.com/office/drawing/2014/main" xmlns="" id="{DF1616A4-A088-12E5-A160-52A5307C2123}"/>
                    </a:ext>
                  </a:extLst>
                </p:cNvPr>
                <p:cNvSpPr/>
                <p:nvPr/>
              </p:nvSpPr>
              <p:spPr>
                <a:xfrm>
                  <a:off x="4154" y="0"/>
                  <a:ext cx="542" cy="556"/>
                </a:xfrm>
                <a:prstGeom prst="rect">
                  <a:avLst/>
                </a:prstGeom>
                <a:noFill/>
                <a:ln>
                  <a:noFill/>
                </a:ln>
              </p:spPr>
              <p:txBody>
                <a:bodyPr spcFirstLastPara="1" wrap="square" lIns="39215" tIns="19602" rIns="39215" bIns="0" anchor="t" anchorCtr="0">
                  <a:noAutofit/>
                </a:bodyPr>
                <a:lstStyle/>
                <a:p>
                  <a:r>
                    <a:rPr lang="en-US" sz="1050" b="1">
                      <a:solidFill>
                        <a:schemeClr val="dk1"/>
                      </a:solidFill>
                      <a:latin typeface="+mn-lt"/>
                    </a:rPr>
                    <a:t>DEPTNO</a:t>
                  </a:r>
                  <a:endParaRPr sz="1050">
                    <a:latin typeface="+mn-lt"/>
                  </a:endParaRPr>
                </a:p>
                <a:p>
                  <a:endParaRPr sz="1050">
                    <a:solidFill>
                      <a:schemeClr val="dk1"/>
                    </a:solidFill>
                    <a:latin typeface="+mn-lt"/>
                    <a:ea typeface="Times New Roman"/>
                    <a:cs typeface="Times New Roman"/>
                    <a:sym typeface="Times New Roman"/>
                  </a:endParaRPr>
                </a:p>
              </p:txBody>
            </p:sp>
            <p:sp>
              <p:nvSpPr>
                <p:cNvPr id="43" name="Google Shape;322;p20">
                  <a:extLst>
                    <a:ext uri="{FF2B5EF4-FFF2-40B4-BE49-F238E27FC236}">
                      <a16:creationId xmlns:a16="http://schemas.microsoft.com/office/drawing/2014/main" xmlns="" id="{E46CFBCA-3F21-7428-9A0F-DE1D0F00DE0D}"/>
                    </a:ext>
                  </a:extLst>
                </p:cNvPr>
                <p:cNvSpPr/>
                <p:nvPr/>
              </p:nvSpPr>
              <p:spPr>
                <a:xfrm>
                  <a:off x="4126" y="0"/>
                  <a:ext cx="598" cy="556"/>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050">
                    <a:solidFill>
                      <a:schemeClr val="dk1"/>
                    </a:solidFill>
                    <a:latin typeface="+mn-lt"/>
                  </a:endParaRPr>
                </a:p>
              </p:txBody>
            </p:sp>
          </p:grpSp>
          <p:grpSp>
            <p:nvGrpSpPr>
              <p:cNvPr id="18" name="Google Shape;323;p20">
                <a:extLst>
                  <a:ext uri="{FF2B5EF4-FFF2-40B4-BE49-F238E27FC236}">
                    <a16:creationId xmlns:a16="http://schemas.microsoft.com/office/drawing/2014/main" xmlns="" id="{33BEF7F8-F02D-06A9-7A91-0115009BF3FA}"/>
                  </a:ext>
                </a:extLst>
              </p:cNvPr>
              <p:cNvGrpSpPr/>
              <p:nvPr/>
            </p:nvGrpSpPr>
            <p:grpSpPr>
              <a:xfrm>
                <a:off x="0" y="556"/>
                <a:ext cx="572" cy="2784"/>
                <a:chOff x="0" y="556"/>
                <a:chExt cx="572" cy="2784"/>
              </a:xfrm>
            </p:grpSpPr>
            <p:sp>
              <p:nvSpPr>
                <p:cNvPr id="40" name="Google Shape;324;p20">
                  <a:extLst>
                    <a:ext uri="{FF2B5EF4-FFF2-40B4-BE49-F238E27FC236}">
                      <a16:creationId xmlns:a16="http://schemas.microsoft.com/office/drawing/2014/main" xmlns="" id="{7322988C-056A-14E8-8B2B-F257ABD49913}"/>
                    </a:ext>
                  </a:extLst>
                </p:cNvPr>
                <p:cNvSpPr/>
                <p:nvPr/>
              </p:nvSpPr>
              <p:spPr>
                <a:xfrm>
                  <a:off x="28" y="556"/>
                  <a:ext cx="516" cy="2784"/>
                </a:xfrm>
                <a:prstGeom prst="rect">
                  <a:avLst/>
                </a:prstGeom>
                <a:noFill/>
                <a:ln>
                  <a:noFill/>
                </a:ln>
              </p:spPr>
              <p:txBody>
                <a:bodyPr spcFirstLastPara="1" wrap="square" lIns="39215" tIns="19602" rIns="39215" bIns="19602" anchor="t" anchorCtr="0">
                  <a:noAutofit/>
                </a:bodyPr>
                <a:lstStyle/>
                <a:p>
                  <a:pPr algn="r"/>
                  <a:r>
                    <a:rPr lang="en-US" sz="1050" i="1">
                      <a:solidFill>
                        <a:schemeClr val="dk1"/>
                      </a:solidFill>
                      <a:latin typeface="+mn-lt"/>
                    </a:rPr>
                    <a:t>      7369</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7499</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7521</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7566</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7654</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7698</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7782</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7788</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7839</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7844</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7876</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7900</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7902</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7934</a:t>
                  </a:r>
                  <a:endParaRPr sz="1050">
                    <a:solidFill>
                      <a:schemeClr val="dk1"/>
                    </a:solidFill>
                    <a:latin typeface="+mn-lt"/>
                    <a:ea typeface="Times New Roman"/>
                    <a:cs typeface="Times New Roman"/>
                    <a:sym typeface="Times New Roman"/>
                  </a:endParaRPr>
                </a:p>
                <a:p>
                  <a:pPr algn="r"/>
                  <a:endParaRPr sz="1050">
                    <a:solidFill>
                      <a:schemeClr val="dk1"/>
                    </a:solidFill>
                    <a:latin typeface="+mn-lt"/>
                    <a:ea typeface="Times New Roman"/>
                    <a:cs typeface="Times New Roman"/>
                    <a:sym typeface="Times New Roman"/>
                  </a:endParaRPr>
                </a:p>
              </p:txBody>
            </p:sp>
            <p:sp>
              <p:nvSpPr>
                <p:cNvPr id="41" name="Google Shape;325;p20">
                  <a:extLst>
                    <a:ext uri="{FF2B5EF4-FFF2-40B4-BE49-F238E27FC236}">
                      <a16:creationId xmlns:a16="http://schemas.microsoft.com/office/drawing/2014/main" xmlns="" id="{D5D99E0B-99CD-FC78-87E0-C6D913C76561}"/>
                    </a:ext>
                  </a:extLst>
                </p:cNvPr>
                <p:cNvSpPr/>
                <p:nvPr/>
              </p:nvSpPr>
              <p:spPr>
                <a:xfrm>
                  <a:off x="0" y="556"/>
                  <a:ext cx="572" cy="27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050">
                    <a:solidFill>
                      <a:schemeClr val="dk1"/>
                    </a:solidFill>
                    <a:latin typeface="+mn-lt"/>
                  </a:endParaRPr>
                </a:p>
              </p:txBody>
            </p:sp>
          </p:grpSp>
          <p:grpSp>
            <p:nvGrpSpPr>
              <p:cNvPr id="19" name="Google Shape;326;p20">
                <a:extLst>
                  <a:ext uri="{FF2B5EF4-FFF2-40B4-BE49-F238E27FC236}">
                    <a16:creationId xmlns:a16="http://schemas.microsoft.com/office/drawing/2014/main" xmlns="" id="{92F3FB3C-6F82-C90F-A93E-1D7B82FC8433}"/>
                  </a:ext>
                </a:extLst>
              </p:cNvPr>
              <p:cNvGrpSpPr/>
              <p:nvPr/>
            </p:nvGrpSpPr>
            <p:grpSpPr>
              <a:xfrm>
                <a:off x="572" y="556"/>
                <a:ext cx="572" cy="2784"/>
                <a:chOff x="572" y="556"/>
                <a:chExt cx="572" cy="2784"/>
              </a:xfrm>
            </p:grpSpPr>
            <p:sp>
              <p:nvSpPr>
                <p:cNvPr id="38" name="Google Shape;327;p20">
                  <a:extLst>
                    <a:ext uri="{FF2B5EF4-FFF2-40B4-BE49-F238E27FC236}">
                      <a16:creationId xmlns:a16="http://schemas.microsoft.com/office/drawing/2014/main" xmlns="" id="{90565463-417A-9574-0295-136624F5D999}"/>
                    </a:ext>
                  </a:extLst>
                </p:cNvPr>
                <p:cNvSpPr/>
                <p:nvPr/>
              </p:nvSpPr>
              <p:spPr>
                <a:xfrm>
                  <a:off x="600" y="556"/>
                  <a:ext cx="516" cy="2784"/>
                </a:xfrm>
                <a:prstGeom prst="rect">
                  <a:avLst/>
                </a:prstGeom>
                <a:noFill/>
                <a:ln>
                  <a:noFill/>
                </a:ln>
              </p:spPr>
              <p:txBody>
                <a:bodyPr spcFirstLastPara="1" wrap="square" lIns="39215" tIns="19602" rIns="39215" bIns="19602" anchor="t" anchorCtr="0">
                  <a:noAutofit/>
                </a:bodyPr>
                <a:lstStyle/>
                <a:p>
                  <a:pPr algn="r"/>
                  <a:r>
                    <a:rPr lang="en-US" sz="1050" i="1">
                      <a:solidFill>
                        <a:schemeClr val="dk1"/>
                      </a:solidFill>
                      <a:latin typeface="+mn-lt"/>
                    </a:rPr>
                    <a:t> SMITH</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ALLEN</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WARD</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JONES</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MARTIN</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BLAKE</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CLARK</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SCOTT</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KING</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TURNER</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ADAMS</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JAMES</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FORD</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MILLER</a:t>
                  </a:r>
                  <a:endParaRPr sz="1050">
                    <a:solidFill>
                      <a:schemeClr val="dk1"/>
                    </a:solidFill>
                    <a:latin typeface="+mn-lt"/>
                    <a:ea typeface="Times New Roman"/>
                    <a:cs typeface="Times New Roman"/>
                    <a:sym typeface="Times New Roman"/>
                  </a:endParaRPr>
                </a:p>
                <a:p>
                  <a:pPr algn="r"/>
                  <a:r>
                    <a:rPr lang="en-US" sz="1050">
                      <a:solidFill>
                        <a:schemeClr val="dk1"/>
                      </a:solidFill>
                      <a:latin typeface="+mn-lt"/>
                      <a:ea typeface="Times New Roman"/>
                      <a:cs typeface="Times New Roman"/>
                      <a:sym typeface="Times New Roman"/>
                    </a:rPr>
                    <a:t> </a:t>
                  </a:r>
                  <a:endParaRPr sz="1050">
                    <a:latin typeface="+mn-lt"/>
                  </a:endParaRPr>
                </a:p>
                <a:p>
                  <a:pPr algn="r"/>
                  <a:endParaRPr sz="1050">
                    <a:solidFill>
                      <a:schemeClr val="dk1"/>
                    </a:solidFill>
                    <a:latin typeface="+mn-lt"/>
                    <a:ea typeface="Times New Roman"/>
                    <a:cs typeface="Times New Roman"/>
                    <a:sym typeface="Times New Roman"/>
                  </a:endParaRPr>
                </a:p>
              </p:txBody>
            </p:sp>
            <p:sp>
              <p:nvSpPr>
                <p:cNvPr id="39" name="Google Shape;328;p20">
                  <a:extLst>
                    <a:ext uri="{FF2B5EF4-FFF2-40B4-BE49-F238E27FC236}">
                      <a16:creationId xmlns:a16="http://schemas.microsoft.com/office/drawing/2014/main" xmlns="" id="{F6ECAC97-CA7B-1925-01E3-BC9C8FE9F2CF}"/>
                    </a:ext>
                  </a:extLst>
                </p:cNvPr>
                <p:cNvSpPr/>
                <p:nvPr/>
              </p:nvSpPr>
              <p:spPr>
                <a:xfrm>
                  <a:off x="572" y="556"/>
                  <a:ext cx="572" cy="27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050">
                    <a:solidFill>
                      <a:schemeClr val="dk1"/>
                    </a:solidFill>
                    <a:latin typeface="+mn-lt"/>
                  </a:endParaRPr>
                </a:p>
              </p:txBody>
            </p:sp>
          </p:grpSp>
          <p:grpSp>
            <p:nvGrpSpPr>
              <p:cNvPr id="20" name="Google Shape;329;p20">
                <a:extLst>
                  <a:ext uri="{FF2B5EF4-FFF2-40B4-BE49-F238E27FC236}">
                    <a16:creationId xmlns:a16="http://schemas.microsoft.com/office/drawing/2014/main" xmlns="" id="{6DA74070-C6D3-FA6A-7D21-7F3F1D3C0F96}"/>
                  </a:ext>
                </a:extLst>
              </p:cNvPr>
              <p:cNvGrpSpPr/>
              <p:nvPr/>
            </p:nvGrpSpPr>
            <p:grpSpPr>
              <a:xfrm>
                <a:off x="1144" y="556"/>
                <a:ext cx="572" cy="2784"/>
                <a:chOff x="1144" y="556"/>
                <a:chExt cx="572" cy="2784"/>
              </a:xfrm>
            </p:grpSpPr>
            <p:sp>
              <p:nvSpPr>
                <p:cNvPr id="36" name="Google Shape;330;p20">
                  <a:extLst>
                    <a:ext uri="{FF2B5EF4-FFF2-40B4-BE49-F238E27FC236}">
                      <a16:creationId xmlns:a16="http://schemas.microsoft.com/office/drawing/2014/main" xmlns="" id="{1863C397-7449-6014-8973-89ACD708DDBE}"/>
                    </a:ext>
                  </a:extLst>
                </p:cNvPr>
                <p:cNvSpPr/>
                <p:nvPr/>
              </p:nvSpPr>
              <p:spPr>
                <a:xfrm>
                  <a:off x="1172" y="556"/>
                  <a:ext cx="516" cy="2784"/>
                </a:xfrm>
                <a:prstGeom prst="rect">
                  <a:avLst/>
                </a:prstGeom>
                <a:noFill/>
                <a:ln>
                  <a:noFill/>
                </a:ln>
              </p:spPr>
              <p:txBody>
                <a:bodyPr spcFirstLastPara="1" wrap="square" lIns="39215" tIns="19602" rIns="39215" bIns="19602" anchor="t" anchorCtr="0">
                  <a:noAutofit/>
                </a:bodyPr>
                <a:lstStyle/>
                <a:p>
                  <a:pPr algn="r"/>
                  <a:r>
                    <a:rPr lang="en-US" sz="1050" i="1">
                      <a:solidFill>
                        <a:schemeClr val="dk1"/>
                      </a:solidFill>
                      <a:latin typeface="+mn-lt"/>
                    </a:rPr>
                    <a:t>CLERK</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SALESMAN</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SALESMAN</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MANAGER</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SALESMAN</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MANAGER</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MANAGER</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ANALYST</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PRESIDENT</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SALESMAN</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CLERK</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CLERK</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ANALYST</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CLERK</a:t>
                  </a:r>
                  <a:endParaRPr sz="1050">
                    <a:solidFill>
                      <a:schemeClr val="dk1"/>
                    </a:solidFill>
                    <a:latin typeface="+mn-lt"/>
                    <a:ea typeface="Times New Roman"/>
                    <a:cs typeface="Times New Roman"/>
                    <a:sym typeface="Times New Roman"/>
                  </a:endParaRPr>
                </a:p>
                <a:p>
                  <a:pPr algn="r"/>
                  <a:endParaRPr sz="1050">
                    <a:solidFill>
                      <a:schemeClr val="dk1"/>
                    </a:solidFill>
                    <a:latin typeface="+mn-lt"/>
                    <a:ea typeface="Times New Roman"/>
                    <a:cs typeface="Times New Roman"/>
                    <a:sym typeface="Times New Roman"/>
                  </a:endParaRPr>
                </a:p>
              </p:txBody>
            </p:sp>
            <p:sp>
              <p:nvSpPr>
                <p:cNvPr id="37" name="Google Shape;331;p20">
                  <a:extLst>
                    <a:ext uri="{FF2B5EF4-FFF2-40B4-BE49-F238E27FC236}">
                      <a16:creationId xmlns:a16="http://schemas.microsoft.com/office/drawing/2014/main" xmlns="" id="{F4CB7D1D-EC1A-2768-D4A5-8EA6CC206FAB}"/>
                    </a:ext>
                  </a:extLst>
                </p:cNvPr>
                <p:cNvSpPr/>
                <p:nvPr/>
              </p:nvSpPr>
              <p:spPr>
                <a:xfrm>
                  <a:off x="1144" y="556"/>
                  <a:ext cx="572" cy="27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050">
                    <a:solidFill>
                      <a:schemeClr val="dk1"/>
                    </a:solidFill>
                    <a:latin typeface="+mn-lt"/>
                  </a:endParaRPr>
                </a:p>
              </p:txBody>
            </p:sp>
          </p:grpSp>
          <p:grpSp>
            <p:nvGrpSpPr>
              <p:cNvPr id="21" name="Google Shape;332;p20">
                <a:extLst>
                  <a:ext uri="{FF2B5EF4-FFF2-40B4-BE49-F238E27FC236}">
                    <a16:creationId xmlns:a16="http://schemas.microsoft.com/office/drawing/2014/main" xmlns="" id="{7CD1D95B-76E4-86E0-E9B4-6A7118DDD690}"/>
                  </a:ext>
                </a:extLst>
              </p:cNvPr>
              <p:cNvGrpSpPr/>
              <p:nvPr/>
            </p:nvGrpSpPr>
            <p:grpSpPr>
              <a:xfrm>
                <a:off x="1716" y="556"/>
                <a:ext cx="572" cy="2784"/>
                <a:chOff x="1716" y="556"/>
                <a:chExt cx="572" cy="2784"/>
              </a:xfrm>
            </p:grpSpPr>
            <p:sp>
              <p:nvSpPr>
                <p:cNvPr id="34" name="Google Shape;333;p20">
                  <a:extLst>
                    <a:ext uri="{FF2B5EF4-FFF2-40B4-BE49-F238E27FC236}">
                      <a16:creationId xmlns:a16="http://schemas.microsoft.com/office/drawing/2014/main" xmlns="" id="{4C58D145-A0AF-0684-B106-FB10FDFC4E9E}"/>
                    </a:ext>
                  </a:extLst>
                </p:cNvPr>
                <p:cNvSpPr/>
                <p:nvPr/>
              </p:nvSpPr>
              <p:spPr>
                <a:xfrm>
                  <a:off x="1744" y="556"/>
                  <a:ext cx="516" cy="2784"/>
                </a:xfrm>
                <a:prstGeom prst="rect">
                  <a:avLst/>
                </a:prstGeom>
                <a:noFill/>
                <a:ln>
                  <a:noFill/>
                </a:ln>
              </p:spPr>
              <p:txBody>
                <a:bodyPr spcFirstLastPara="1" wrap="square" lIns="39215" tIns="19602" rIns="39215" bIns="19602" anchor="t" anchorCtr="0">
                  <a:noAutofit/>
                </a:bodyPr>
                <a:lstStyle/>
                <a:p>
                  <a:pPr algn="r"/>
                  <a:r>
                    <a:rPr lang="en-US" sz="1050" i="1">
                      <a:solidFill>
                        <a:schemeClr val="dk1"/>
                      </a:solidFill>
                      <a:latin typeface="+mn-lt"/>
                    </a:rPr>
                    <a:t>      7902</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7698</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7698</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7839</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7698</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7839</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7839</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7566</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7698</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7788</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7698</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7566</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7782</a:t>
                  </a:r>
                  <a:endParaRPr sz="1050">
                    <a:solidFill>
                      <a:schemeClr val="dk1"/>
                    </a:solidFill>
                    <a:latin typeface="+mn-lt"/>
                    <a:ea typeface="Times New Roman"/>
                    <a:cs typeface="Times New Roman"/>
                    <a:sym typeface="Times New Roman"/>
                  </a:endParaRPr>
                </a:p>
                <a:p>
                  <a:pPr algn="r"/>
                  <a:endParaRPr sz="1050">
                    <a:solidFill>
                      <a:schemeClr val="dk1"/>
                    </a:solidFill>
                    <a:latin typeface="+mn-lt"/>
                    <a:ea typeface="Times New Roman"/>
                    <a:cs typeface="Times New Roman"/>
                    <a:sym typeface="Times New Roman"/>
                  </a:endParaRPr>
                </a:p>
              </p:txBody>
            </p:sp>
            <p:sp>
              <p:nvSpPr>
                <p:cNvPr id="35" name="Google Shape;334;p20">
                  <a:extLst>
                    <a:ext uri="{FF2B5EF4-FFF2-40B4-BE49-F238E27FC236}">
                      <a16:creationId xmlns:a16="http://schemas.microsoft.com/office/drawing/2014/main" xmlns="" id="{8C271DA6-9945-251F-7C15-7AA45A2BC1AB}"/>
                    </a:ext>
                  </a:extLst>
                </p:cNvPr>
                <p:cNvSpPr/>
                <p:nvPr/>
              </p:nvSpPr>
              <p:spPr>
                <a:xfrm>
                  <a:off x="1716" y="556"/>
                  <a:ext cx="572" cy="27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050">
                    <a:solidFill>
                      <a:schemeClr val="dk1"/>
                    </a:solidFill>
                    <a:latin typeface="+mn-lt"/>
                  </a:endParaRPr>
                </a:p>
              </p:txBody>
            </p:sp>
          </p:grpSp>
          <p:grpSp>
            <p:nvGrpSpPr>
              <p:cNvPr id="22" name="Google Shape;335;p20">
                <a:extLst>
                  <a:ext uri="{FF2B5EF4-FFF2-40B4-BE49-F238E27FC236}">
                    <a16:creationId xmlns:a16="http://schemas.microsoft.com/office/drawing/2014/main" xmlns="" id="{B366F836-47EC-32C1-A142-4333BC26E1BB}"/>
                  </a:ext>
                </a:extLst>
              </p:cNvPr>
              <p:cNvGrpSpPr/>
              <p:nvPr/>
            </p:nvGrpSpPr>
            <p:grpSpPr>
              <a:xfrm>
                <a:off x="2288" y="556"/>
                <a:ext cx="797" cy="2784"/>
                <a:chOff x="2288" y="556"/>
                <a:chExt cx="797" cy="2784"/>
              </a:xfrm>
            </p:grpSpPr>
            <p:sp>
              <p:nvSpPr>
                <p:cNvPr id="32" name="Google Shape;336;p20">
                  <a:extLst>
                    <a:ext uri="{FF2B5EF4-FFF2-40B4-BE49-F238E27FC236}">
                      <a16:creationId xmlns:a16="http://schemas.microsoft.com/office/drawing/2014/main" xmlns="" id="{026F4FD7-3058-3EB2-45B4-84A6F80E37D9}"/>
                    </a:ext>
                  </a:extLst>
                </p:cNvPr>
                <p:cNvSpPr/>
                <p:nvPr/>
              </p:nvSpPr>
              <p:spPr>
                <a:xfrm>
                  <a:off x="2316" y="556"/>
                  <a:ext cx="741" cy="2784"/>
                </a:xfrm>
                <a:prstGeom prst="rect">
                  <a:avLst/>
                </a:prstGeom>
                <a:noFill/>
                <a:ln>
                  <a:noFill/>
                </a:ln>
              </p:spPr>
              <p:txBody>
                <a:bodyPr spcFirstLastPara="1" wrap="square" lIns="39215" tIns="19602" rIns="39215" bIns="19602" anchor="t" anchorCtr="0">
                  <a:noAutofit/>
                </a:bodyPr>
                <a:lstStyle/>
                <a:p>
                  <a:pPr algn="r"/>
                  <a:r>
                    <a:rPr lang="en-US" sz="1050" i="1" dirty="0">
                      <a:solidFill>
                        <a:schemeClr val="dk1"/>
                      </a:solidFill>
                      <a:latin typeface="+mn-lt"/>
                    </a:rPr>
                    <a:t>17/12/80</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20/02/81</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22/02/81</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02/04/81</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28/09/81</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01/05/81</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09/06/81</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19/04/87</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17/11/81</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08/09/81</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23/05/87</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03/12/81</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03/12/81</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23/01/82</a:t>
                  </a:r>
                  <a:endParaRPr sz="1050" dirty="0">
                    <a:solidFill>
                      <a:schemeClr val="dk1"/>
                    </a:solidFill>
                    <a:latin typeface="+mn-lt"/>
                    <a:ea typeface="Times New Roman"/>
                    <a:cs typeface="Times New Roman"/>
                    <a:sym typeface="Times New Roman"/>
                  </a:endParaRPr>
                </a:p>
                <a:p>
                  <a:pPr algn="r"/>
                  <a:endParaRPr sz="1050" dirty="0">
                    <a:solidFill>
                      <a:schemeClr val="dk1"/>
                    </a:solidFill>
                    <a:latin typeface="+mn-lt"/>
                    <a:ea typeface="Times New Roman"/>
                    <a:cs typeface="Times New Roman"/>
                    <a:sym typeface="Times New Roman"/>
                  </a:endParaRPr>
                </a:p>
              </p:txBody>
            </p:sp>
            <p:sp>
              <p:nvSpPr>
                <p:cNvPr id="33" name="Google Shape;337;p20">
                  <a:extLst>
                    <a:ext uri="{FF2B5EF4-FFF2-40B4-BE49-F238E27FC236}">
                      <a16:creationId xmlns:a16="http://schemas.microsoft.com/office/drawing/2014/main" xmlns="" id="{877D3EFE-2549-2A70-8948-A974C5171BDB}"/>
                    </a:ext>
                  </a:extLst>
                </p:cNvPr>
                <p:cNvSpPr/>
                <p:nvPr/>
              </p:nvSpPr>
              <p:spPr>
                <a:xfrm>
                  <a:off x="2288" y="556"/>
                  <a:ext cx="797" cy="27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050">
                    <a:solidFill>
                      <a:schemeClr val="dk1"/>
                    </a:solidFill>
                    <a:latin typeface="+mn-lt"/>
                  </a:endParaRPr>
                </a:p>
              </p:txBody>
            </p:sp>
          </p:grpSp>
          <p:grpSp>
            <p:nvGrpSpPr>
              <p:cNvPr id="23" name="Google Shape;338;p20">
                <a:extLst>
                  <a:ext uri="{FF2B5EF4-FFF2-40B4-BE49-F238E27FC236}">
                    <a16:creationId xmlns:a16="http://schemas.microsoft.com/office/drawing/2014/main" xmlns="" id="{D3D15BC7-8124-2B94-A9D0-D6B418252974}"/>
                  </a:ext>
                </a:extLst>
              </p:cNvPr>
              <p:cNvGrpSpPr/>
              <p:nvPr/>
            </p:nvGrpSpPr>
            <p:grpSpPr>
              <a:xfrm>
                <a:off x="3085" y="556"/>
                <a:ext cx="469" cy="2784"/>
                <a:chOff x="3085" y="556"/>
                <a:chExt cx="469" cy="2784"/>
              </a:xfrm>
            </p:grpSpPr>
            <p:sp>
              <p:nvSpPr>
                <p:cNvPr id="30" name="Google Shape;339;p20">
                  <a:extLst>
                    <a:ext uri="{FF2B5EF4-FFF2-40B4-BE49-F238E27FC236}">
                      <a16:creationId xmlns:a16="http://schemas.microsoft.com/office/drawing/2014/main" xmlns="" id="{C7FAE2D2-F24A-0BD4-E605-7352F2C1BD94}"/>
                    </a:ext>
                  </a:extLst>
                </p:cNvPr>
                <p:cNvSpPr/>
                <p:nvPr/>
              </p:nvSpPr>
              <p:spPr>
                <a:xfrm>
                  <a:off x="3113" y="556"/>
                  <a:ext cx="413" cy="2784"/>
                </a:xfrm>
                <a:prstGeom prst="rect">
                  <a:avLst/>
                </a:prstGeom>
                <a:noFill/>
                <a:ln>
                  <a:noFill/>
                </a:ln>
              </p:spPr>
              <p:txBody>
                <a:bodyPr spcFirstLastPara="1" wrap="square" lIns="39215" tIns="19602" rIns="39215" bIns="19602" anchor="t" anchorCtr="0">
                  <a:noAutofit/>
                </a:bodyPr>
                <a:lstStyle/>
                <a:p>
                  <a:pPr algn="r"/>
                  <a:r>
                    <a:rPr lang="en-US" sz="1050" i="1">
                      <a:solidFill>
                        <a:schemeClr val="dk1"/>
                      </a:solidFill>
                      <a:latin typeface="+mn-lt"/>
                    </a:rPr>
                    <a:t>       800</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1600</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1250</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2975</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1250</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2850</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2450</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3000</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5000</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1500</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1100</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950</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3000</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1300</a:t>
                  </a:r>
                  <a:endParaRPr sz="1050">
                    <a:solidFill>
                      <a:schemeClr val="dk1"/>
                    </a:solidFill>
                    <a:latin typeface="+mn-lt"/>
                    <a:ea typeface="Times New Roman"/>
                    <a:cs typeface="Times New Roman"/>
                    <a:sym typeface="Times New Roman"/>
                  </a:endParaRPr>
                </a:p>
                <a:p>
                  <a:pPr algn="r"/>
                  <a:endParaRPr sz="1050">
                    <a:solidFill>
                      <a:schemeClr val="dk1"/>
                    </a:solidFill>
                    <a:latin typeface="+mn-lt"/>
                    <a:ea typeface="Times New Roman"/>
                    <a:cs typeface="Times New Roman"/>
                    <a:sym typeface="Times New Roman"/>
                  </a:endParaRPr>
                </a:p>
              </p:txBody>
            </p:sp>
            <p:sp>
              <p:nvSpPr>
                <p:cNvPr id="31" name="Google Shape;340;p20">
                  <a:extLst>
                    <a:ext uri="{FF2B5EF4-FFF2-40B4-BE49-F238E27FC236}">
                      <a16:creationId xmlns:a16="http://schemas.microsoft.com/office/drawing/2014/main" xmlns="" id="{FA3E1F49-4237-9912-89D9-0DD2039771EE}"/>
                    </a:ext>
                  </a:extLst>
                </p:cNvPr>
                <p:cNvSpPr/>
                <p:nvPr/>
              </p:nvSpPr>
              <p:spPr>
                <a:xfrm>
                  <a:off x="3085" y="556"/>
                  <a:ext cx="469" cy="27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050">
                    <a:solidFill>
                      <a:schemeClr val="dk1"/>
                    </a:solidFill>
                    <a:latin typeface="+mn-lt"/>
                  </a:endParaRPr>
                </a:p>
              </p:txBody>
            </p:sp>
          </p:grpSp>
          <p:grpSp>
            <p:nvGrpSpPr>
              <p:cNvPr id="24" name="Google Shape;341;p20">
                <a:extLst>
                  <a:ext uri="{FF2B5EF4-FFF2-40B4-BE49-F238E27FC236}">
                    <a16:creationId xmlns:a16="http://schemas.microsoft.com/office/drawing/2014/main" xmlns="" id="{543949A3-0CC7-163E-E136-F7594B9A007A}"/>
                  </a:ext>
                </a:extLst>
              </p:cNvPr>
              <p:cNvGrpSpPr/>
              <p:nvPr/>
            </p:nvGrpSpPr>
            <p:grpSpPr>
              <a:xfrm>
                <a:off x="3554" y="556"/>
                <a:ext cx="572" cy="2784"/>
                <a:chOff x="3554" y="556"/>
                <a:chExt cx="572" cy="2784"/>
              </a:xfrm>
            </p:grpSpPr>
            <p:sp>
              <p:nvSpPr>
                <p:cNvPr id="28" name="Google Shape;342;p20">
                  <a:extLst>
                    <a:ext uri="{FF2B5EF4-FFF2-40B4-BE49-F238E27FC236}">
                      <a16:creationId xmlns:a16="http://schemas.microsoft.com/office/drawing/2014/main" xmlns="" id="{7CB25DEA-9071-B709-4AB9-AED3C71A44E9}"/>
                    </a:ext>
                  </a:extLst>
                </p:cNvPr>
                <p:cNvSpPr/>
                <p:nvPr/>
              </p:nvSpPr>
              <p:spPr>
                <a:xfrm>
                  <a:off x="3582" y="556"/>
                  <a:ext cx="516" cy="2784"/>
                </a:xfrm>
                <a:prstGeom prst="rect">
                  <a:avLst/>
                </a:prstGeom>
                <a:noFill/>
                <a:ln>
                  <a:noFill/>
                </a:ln>
              </p:spPr>
              <p:txBody>
                <a:bodyPr spcFirstLastPara="1" wrap="square" lIns="39215" tIns="19602" rIns="39215" bIns="19602" anchor="t" anchorCtr="0">
                  <a:noAutofit/>
                </a:bodyPr>
                <a:lstStyle/>
                <a:p>
                  <a:pPr algn="r"/>
                  <a:r>
                    <a:rPr lang="en-US" sz="1050" i="1">
                      <a:solidFill>
                        <a:schemeClr val="dk1"/>
                      </a:solidFill>
                      <a:latin typeface="+mn-lt"/>
                    </a:rPr>
                    <a:t> </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1400</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0</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a:t>
                  </a:r>
                  <a:endParaRPr sz="1050">
                    <a:solidFill>
                      <a:schemeClr val="dk1"/>
                    </a:solidFill>
                    <a:latin typeface="+mn-lt"/>
                    <a:ea typeface="Times New Roman"/>
                    <a:cs typeface="Times New Roman"/>
                    <a:sym typeface="Times New Roman"/>
                  </a:endParaRPr>
                </a:p>
                <a:p>
                  <a:pPr algn="r"/>
                  <a:r>
                    <a:rPr lang="en-US" sz="1050" i="1">
                      <a:solidFill>
                        <a:schemeClr val="dk1"/>
                      </a:solidFill>
                      <a:latin typeface="+mn-lt"/>
                    </a:rPr>
                    <a:t> </a:t>
                  </a:r>
                  <a:endParaRPr sz="1050">
                    <a:solidFill>
                      <a:schemeClr val="dk1"/>
                    </a:solidFill>
                    <a:latin typeface="+mn-lt"/>
                    <a:ea typeface="Times New Roman"/>
                    <a:cs typeface="Times New Roman"/>
                    <a:sym typeface="Times New Roman"/>
                  </a:endParaRPr>
                </a:p>
                <a:p>
                  <a:pPr algn="r"/>
                  <a:r>
                    <a:rPr lang="en-US" sz="1050">
                      <a:solidFill>
                        <a:schemeClr val="dk1"/>
                      </a:solidFill>
                      <a:latin typeface="+mn-lt"/>
                      <a:ea typeface="Times New Roman"/>
                      <a:cs typeface="Times New Roman"/>
                      <a:sym typeface="Times New Roman"/>
                    </a:rPr>
                    <a:t> </a:t>
                  </a:r>
                  <a:endParaRPr sz="1050">
                    <a:latin typeface="+mn-lt"/>
                  </a:endParaRPr>
                </a:p>
                <a:p>
                  <a:pPr algn="r"/>
                  <a:endParaRPr sz="1050">
                    <a:solidFill>
                      <a:schemeClr val="dk1"/>
                    </a:solidFill>
                    <a:latin typeface="+mn-lt"/>
                    <a:ea typeface="Times New Roman"/>
                    <a:cs typeface="Times New Roman"/>
                    <a:sym typeface="Times New Roman"/>
                  </a:endParaRPr>
                </a:p>
              </p:txBody>
            </p:sp>
            <p:sp>
              <p:nvSpPr>
                <p:cNvPr id="29" name="Google Shape;343;p20">
                  <a:extLst>
                    <a:ext uri="{FF2B5EF4-FFF2-40B4-BE49-F238E27FC236}">
                      <a16:creationId xmlns:a16="http://schemas.microsoft.com/office/drawing/2014/main" xmlns="" id="{E981F62D-025B-0DFB-8962-19B9D6C39049}"/>
                    </a:ext>
                  </a:extLst>
                </p:cNvPr>
                <p:cNvSpPr/>
                <p:nvPr/>
              </p:nvSpPr>
              <p:spPr>
                <a:xfrm>
                  <a:off x="3554" y="556"/>
                  <a:ext cx="572" cy="27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050">
                    <a:solidFill>
                      <a:schemeClr val="dk1"/>
                    </a:solidFill>
                    <a:latin typeface="+mn-lt"/>
                  </a:endParaRPr>
                </a:p>
              </p:txBody>
            </p:sp>
          </p:grpSp>
          <p:grpSp>
            <p:nvGrpSpPr>
              <p:cNvPr id="25" name="Google Shape;344;p20">
                <a:extLst>
                  <a:ext uri="{FF2B5EF4-FFF2-40B4-BE49-F238E27FC236}">
                    <a16:creationId xmlns:a16="http://schemas.microsoft.com/office/drawing/2014/main" xmlns="" id="{B9B82D8D-0026-A0BD-2520-65331CA91ED6}"/>
                  </a:ext>
                </a:extLst>
              </p:cNvPr>
              <p:cNvGrpSpPr/>
              <p:nvPr/>
            </p:nvGrpSpPr>
            <p:grpSpPr>
              <a:xfrm>
                <a:off x="4126" y="556"/>
                <a:ext cx="598" cy="2784"/>
                <a:chOff x="4126" y="556"/>
                <a:chExt cx="598" cy="2784"/>
              </a:xfrm>
            </p:grpSpPr>
            <p:sp>
              <p:nvSpPr>
                <p:cNvPr id="26" name="Google Shape;345;p20">
                  <a:extLst>
                    <a:ext uri="{FF2B5EF4-FFF2-40B4-BE49-F238E27FC236}">
                      <a16:creationId xmlns:a16="http://schemas.microsoft.com/office/drawing/2014/main" xmlns="" id="{08EB9078-21B4-B726-EB54-EEDE80D67D3C}"/>
                    </a:ext>
                  </a:extLst>
                </p:cNvPr>
                <p:cNvSpPr/>
                <p:nvPr/>
              </p:nvSpPr>
              <p:spPr>
                <a:xfrm>
                  <a:off x="4154" y="556"/>
                  <a:ext cx="542" cy="2784"/>
                </a:xfrm>
                <a:prstGeom prst="rect">
                  <a:avLst/>
                </a:prstGeom>
                <a:noFill/>
                <a:ln>
                  <a:noFill/>
                </a:ln>
              </p:spPr>
              <p:txBody>
                <a:bodyPr spcFirstLastPara="1" wrap="square" lIns="39215" tIns="19602" rIns="39215" bIns="19602" anchor="t" anchorCtr="0">
                  <a:noAutofit/>
                </a:bodyPr>
                <a:lstStyle/>
                <a:p>
                  <a:pPr algn="r"/>
                  <a:r>
                    <a:rPr lang="en-US" sz="1050" i="1" dirty="0">
                      <a:solidFill>
                        <a:schemeClr val="dk1"/>
                      </a:solidFill>
                      <a:latin typeface="+mn-lt"/>
                    </a:rPr>
                    <a:t>        20</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        30</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        30</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        20</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        30</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        30</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        10</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        20</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        10</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        30</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        20</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        30</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        20</a:t>
                  </a:r>
                  <a:endParaRPr sz="1050" dirty="0">
                    <a:solidFill>
                      <a:schemeClr val="dk1"/>
                    </a:solidFill>
                    <a:latin typeface="+mn-lt"/>
                    <a:ea typeface="Times New Roman"/>
                    <a:cs typeface="Times New Roman"/>
                    <a:sym typeface="Times New Roman"/>
                  </a:endParaRPr>
                </a:p>
                <a:p>
                  <a:pPr algn="r"/>
                  <a:r>
                    <a:rPr lang="en-US" sz="1050" i="1" dirty="0">
                      <a:solidFill>
                        <a:schemeClr val="dk1"/>
                      </a:solidFill>
                      <a:latin typeface="+mn-lt"/>
                    </a:rPr>
                    <a:t>        10</a:t>
                  </a:r>
                  <a:endParaRPr sz="1050" dirty="0">
                    <a:solidFill>
                      <a:schemeClr val="dk1"/>
                    </a:solidFill>
                    <a:latin typeface="+mn-lt"/>
                    <a:ea typeface="Times New Roman"/>
                    <a:cs typeface="Times New Roman"/>
                    <a:sym typeface="Times New Roman"/>
                  </a:endParaRPr>
                </a:p>
                <a:p>
                  <a:pPr algn="r"/>
                  <a:endParaRPr sz="1050" dirty="0">
                    <a:solidFill>
                      <a:schemeClr val="dk1"/>
                    </a:solidFill>
                    <a:latin typeface="+mn-lt"/>
                    <a:ea typeface="Times New Roman"/>
                    <a:cs typeface="Times New Roman"/>
                    <a:sym typeface="Times New Roman"/>
                  </a:endParaRPr>
                </a:p>
              </p:txBody>
            </p:sp>
            <p:sp>
              <p:nvSpPr>
                <p:cNvPr id="27" name="Google Shape;346;p20">
                  <a:extLst>
                    <a:ext uri="{FF2B5EF4-FFF2-40B4-BE49-F238E27FC236}">
                      <a16:creationId xmlns:a16="http://schemas.microsoft.com/office/drawing/2014/main" xmlns="" id="{F55BC789-1E34-74EC-F0C8-66289EDD8601}"/>
                    </a:ext>
                  </a:extLst>
                </p:cNvPr>
                <p:cNvSpPr/>
                <p:nvPr/>
              </p:nvSpPr>
              <p:spPr>
                <a:xfrm>
                  <a:off x="4126" y="556"/>
                  <a:ext cx="598" cy="2784"/>
                </a:xfrm>
                <a:prstGeom prst="rect">
                  <a:avLst/>
                </a:prstGeom>
                <a:noFill/>
                <a:ln w="9525"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050">
                    <a:solidFill>
                      <a:schemeClr val="dk1"/>
                    </a:solidFill>
                    <a:latin typeface="+mn-lt"/>
                  </a:endParaRPr>
                </a:p>
              </p:txBody>
            </p:sp>
          </p:grpSp>
        </p:grpSp>
        <p:sp>
          <p:nvSpPr>
            <p:cNvPr id="9" name="Google Shape;347;p20">
              <a:extLst>
                <a:ext uri="{FF2B5EF4-FFF2-40B4-BE49-F238E27FC236}">
                  <a16:creationId xmlns:a16="http://schemas.microsoft.com/office/drawing/2014/main" xmlns="" id="{81184557-097D-2FFA-B791-124B7E47AF69}"/>
                </a:ext>
              </a:extLst>
            </p:cNvPr>
            <p:cNvSpPr/>
            <p:nvPr/>
          </p:nvSpPr>
          <p:spPr>
            <a:xfrm>
              <a:off x="-3" y="-3"/>
              <a:ext cx="4730" cy="3346"/>
            </a:xfrm>
            <a:prstGeom prst="rect">
              <a:avLst/>
            </a:prstGeom>
            <a:noFill/>
            <a:ln w="11100" cap="flat" cmpd="sng">
              <a:solidFill>
                <a:srgbClr val="A0A0A0"/>
              </a:solidFill>
              <a:prstDash val="solid"/>
              <a:miter lim="800000"/>
              <a:headEnd type="none" w="sm" len="sm"/>
              <a:tailEnd type="none" w="sm" len="sm"/>
            </a:ln>
          </p:spPr>
          <p:txBody>
            <a:bodyPr spcFirstLastPara="1" wrap="square" lIns="39215" tIns="19602" rIns="39215" bIns="19602" anchor="t" anchorCtr="0">
              <a:noAutofit/>
            </a:bodyPr>
            <a:lstStyle/>
            <a:p>
              <a:endParaRPr sz="1050">
                <a:solidFill>
                  <a:schemeClr val="dk1"/>
                </a:solidFill>
                <a:latin typeface="+mn-lt"/>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21"/>
          <p:cNvSpPr txBox="1">
            <a:spLocks noGrp="1"/>
          </p:cNvSpPr>
          <p:nvPr>
            <p:ph type="title"/>
          </p:nvPr>
        </p:nvSpPr>
        <p:spPr>
          <a:xfrm>
            <a:off x="305731" y="783771"/>
            <a:ext cx="1264976" cy="292296"/>
          </a:xfrm>
          <a:prstGeom prst="rect">
            <a:avLst/>
          </a:prstGeom>
          <a:noFill/>
          <a:ln>
            <a:noFill/>
          </a:ln>
        </p:spPr>
        <p:txBody>
          <a:bodyPr spcFirstLastPara="1" wrap="square" lIns="39215" tIns="19602" rIns="39215" bIns="19602" anchor="b" anchorCtr="0">
            <a:noAutofit/>
          </a:bodyPr>
          <a:lstStyle/>
          <a:p>
            <a:r>
              <a:rPr lang="en-US" sz="2000" dirty="0"/>
              <a:t>DML</a:t>
            </a:r>
            <a:endParaRPr sz="2000" dirty="0"/>
          </a:p>
        </p:txBody>
      </p:sp>
      <p:sp>
        <p:nvSpPr>
          <p:cNvPr id="354" name="Google Shape;354;p21"/>
          <p:cNvSpPr txBox="1">
            <a:spLocks noGrp="1"/>
          </p:cNvSpPr>
          <p:nvPr>
            <p:ph type="body" idx="1"/>
          </p:nvPr>
        </p:nvSpPr>
        <p:spPr>
          <a:xfrm>
            <a:off x="4170407" y="2300786"/>
            <a:ext cx="1985558" cy="2090420"/>
          </a:xfrm>
          <a:prstGeom prst="rect">
            <a:avLst/>
          </a:prstGeom>
          <a:noFill/>
          <a:ln>
            <a:noFill/>
          </a:ln>
        </p:spPr>
        <p:txBody>
          <a:bodyPr spcFirstLastPara="1" wrap="square" lIns="39215" tIns="19602" rIns="39215" bIns="19602" anchor="t" anchorCtr="0">
            <a:normAutofit/>
          </a:bodyPr>
          <a:lstStyle/>
          <a:p>
            <a:pPr marL="98060" indent="-10895">
              <a:spcBef>
                <a:spcPts val="0"/>
              </a:spcBef>
              <a:buNone/>
            </a:pPr>
            <a:endParaRPr/>
          </a:p>
          <a:p>
            <a:pPr marL="98060" indent="-10895">
              <a:buNone/>
            </a:pPr>
            <a:endParaRPr/>
          </a:p>
          <a:p>
            <a:pPr marL="98060" indent="-10895">
              <a:buNone/>
            </a:pPr>
            <a:endParaRPr/>
          </a:p>
        </p:txBody>
      </p:sp>
      <p:sp>
        <p:nvSpPr>
          <p:cNvPr id="356" name="Google Shape;356;p21"/>
          <p:cNvSpPr txBox="1">
            <a:spLocks noGrp="1"/>
          </p:cNvSpPr>
          <p:nvPr>
            <p:ph type="sldNum" idx="12"/>
          </p:nvPr>
        </p:nvSpPr>
        <p:spPr>
          <a:xfrm>
            <a:off x="5272982" y="4603653"/>
            <a:ext cx="882471" cy="156611"/>
          </a:xfrm>
          <a:prstGeom prst="rect">
            <a:avLst/>
          </a:prstGeom>
          <a:noFill/>
          <a:ln>
            <a:noFill/>
          </a:ln>
        </p:spPr>
        <p:txBody>
          <a:bodyPr spcFirstLastPara="1" wrap="square" lIns="39215" tIns="19602" rIns="39215" bIns="19602" anchor="ctr" anchorCtr="0">
            <a:normAutofit/>
          </a:bodyPr>
          <a:lstStyle/>
          <a:p>
            <a:fld id="{00000000-1234-1234-1234-123412341234}" type="slidenum">
              <a:rPr lang="en-US"/>
              <a:pPr/>
              <a:t>9</a:t>
            </a:fld>
            <a:endParaRPr/>
          </a:p>
        </p:txBody>
      </p:sp>
      <p:sp>
        <p:nvSpPr>
          <p:cNvPr id="357" name="Google Shape;357;p21"/>
          <p:cNvSpPr txBox="1"/>
          <p:nvPr/>
        </p:nvSpPr>
        <p:spPr>
          <a:xfrm>
            <a:off x="305732" y="1352948"/>
            <a:ext cx="8185126" cy="1564424"/>
          </a:xfrm>
          <a:prstGeom prst="rect">
            <a:avLst/>
          </a:prstGeom>
          <a:noFill/>
          <a:ln>
            <a:noFill/>
          </a:ln>
        </p:spPr>
        <p:txBody>
          <a:bodyPr spcFirstLastPara="1" wrap="square" lIns="39215" tIns="19602" rIns="39215" bIns="19602" anchor="t" anchorCtr="0">
            <a:normAutofit/>
          </a:bodyPr>
          <a:lstStyle/>
          <a:p>
            <a:pPr marL="137284" indent="-137284"/>
            <a:r>
              <a:rPr lang="en-US" sz="1400" dirty="0">
                <a:solidFill>
                  <a:schemeClr val="dk1"/>
                </a:solidFill>
                <a:latin typeface="+mn-lt"/>
                <a:ea typeface="Calibri"/>
                <a:cs typeface="Calibri"/>
                <a:sym typeface="Calibri"/>
              </a:rPr>
              <a:t>SELECT </a:t>
            </a:r>
            <a:r>
              <a:rPr lang="en-US" sz="1400" dirty="0" err="1">
                <a:solidFill>
                  <a:schemeClr val="dk1"/>
                </a:solidFill>
                <a:latin typeface="+mn-lt"/>
                <a:ea typeface="Calibri"/>
                <a:cs typeface="Calibri"/>
                <a:sym typeface="Calibri"/>
              </a:rPr>
              <a:t>ename</a:t>
            </a:r>
            <a:r>
              <a:rPr lang="en-US" sz="1400" dirty="0">
                <a:solidFill>
                  <a:schemeClr val="dk1"/>
                </a:solidFill>
                <a:latin typeface="+mn-lt"/>
                <a:ea typeface="Calibri"/>
                <a:cs typeface="Calibri"/>
                <a:sym typeface="Calibri"/>
              </a:rPr>
              <a:t> as </a:t>
            </a:r>
            <a:r>
              <a:rPr lang="en-US" sz="1400" dirty="0" err="1">
                <a:solidFill>
                  <a:schemeClr val="dk1"/>
                </a:solidFill>
                <a:latin typeface="+mn-lt"/>
                <a:ea typeface="Calibri"/>
                <a:cs typeface="Calibri"/>
                <a:sym typeface="Calibri"/>
              </a:rPr>
              <a:t>nombre</a:t>
            </a:r>
            <a:r>
              <a:rPr lang="en-US" sz="1400" dirty="0">
                <a:solidFill>
                  <a:schemeClr val="dk1"/>
                </a:solidFill>
                <a:latin typeface="+mn-lt"/>
                <a:ea typeface="Calibri"/>
                <a:cs typeface="Calibri"/>
                <a:sym typeface="Calibri"/>
              </a:rPr>
              <a:t>, </a:t>
            </a:r>
            <a:r>
              <a:rPr lang="en-US" sz="1400" dirty="0" err="1">
                <a:solidFill>
                  <a:schemeClr val="dk1"/>
                </a:solidFill>
                <a:latin typeface="+mn-lt"/>
                <a:ea typeface="Calibri"/>
                <a:cs typeface="Calibri"/>
                <a:sym typeface="Calibri"/>
              </a:rPr>
              <a:t>sal</a:t>
            </a:r>
            <a:r>
              <a:rPr lang="en-US" sz="1400" dirty="0">
                <a:solidFill>
                  <a:schemeClr val="dk1"/>
                </a:solidFill>
                <a:latin typeface="+mn-lt"/>
                <a:ea typeface="Calibri"/>
                <a:cs typeface="Calibri"/>
                <a:sym typeface="Calibri"/>
              </a:rPr>
              <a:t>/2 as </a:t>
            </a:r>
            <a:r>
              <a:rPr lang="en-US" sz="1400" dirty="0" err="1">
                <a:solidFill>
                  <a:schemeClr val="dk1"/>
                </a:solidFill>
                <a:latin typeface="+mn-lt"/>
                <a:ea typeface="Calibri"/>
                <a:cs typeface="Calibri"/>
                <a:sym typeface="Calibri"/>
              </a:rPr>
              <a:t>salario_quincena</a:t>
            </a:r>
            <a:endParaRPr sz="1400" dirty="0">
              <a:solidFill>
                <a:schemeClr val="dk1"/>
              </a:solidFill>
              <a:latin typeface="+mn-lt"/>
              <a:ea typeface="Calibri"/>
              <a:cs typeface="Calibri"/>
              <a:sym typeface="Calibri"/>
            </a:endParaRPr>
          </a:p>
          <a:p>
            <a:pPr marL="137284" indent="-137284">
              <a:spcBef>
                <a:spcPts val="300"/>
              </a:spcBef>
            </a:pPr>
            <a:r>
              <a:rPr lang="en-US" sz="1400" dirty="0">
                <a:solidFill>
                  <a:schemeClr val="dk1"/>
                </a:solidFill>
                <a:latin typeface="+mn-lt"/>
                <a:ea typeface="Calibri"/>
                <a:cs typeface="Calibri"/>
                <a:sym typeface="Calibri"/>
              </a:rPr>
              <a:t>FROM  EMP;</a:t>
            </a:r>
            <a:endParaRPr sz="1400" dirty="0">
              <a:latin typeface="+mn-lt"/>
            </a:endParaRPr>
          </a:p>
          <a:p>
            <a:pPr marL="137284" indent="-137284">
              <a:spcBef>
                <a:spcPts val="300"/>
              </a:spcBef>
            </a:pPr>
            <a:endParaRPr sz="1400" dirty="0">
              <a:solidFill>
                <a:schemeClr val="dk1"/>
              </a:solidFill>
              <a:latin typeface="+mn-lt"/>
              <a:ea typeface="Calibri"/>
              <a:cs typeface="Calibri"/>
              <a:sym typeface="Calibri"/>
            </a:endParaRPr>
          </a:p>
          <a:p>
            <a:pPr marL="137284" indent="-137284">
              <a:spcBef>
                <a:spcPts val="300"/>
              </a:spcBef>
            </a:pPr>
            <a:r>
              <a:rPr lang="en-US" sz="1400" dirty="0">
                <a:solidFill>
                  <a:schemeClr val="dk1"/>
                </a:solidFill>
                <a:latin typeface="+mn-lt"/>
                <a:ea typeface="Calibri"/>
                <a:cs typeface="Calibri"/>
                <a:sym typeface="Calibri"/>
              </a:rPr>
              <a:t>SELECT </a:t>
            </a:r>
            <a:r>
              <a:rPr lang="en-US" sz="1400" dirty="0" err="1">
                <a:solidFill>
                  <a:schemeClr val="dk1"/>
                </a:solidFill>
                <a:latin typeface="+mn-lt"/>
                <a:ea typeface="Calibri"/>
                <a:cs typeface="Calibri"/>
                <a:sym typeface="Calibri"/>
              </a:rPr>
              <a:t>ename</a:t>
            </a:r>
            <a:r>
              <a:rPr lang="en-US" sz="1400" dirty="0">
                <a:solidFill>
                  <a:schemeClr val="dk1"/>
                </a:solidFill>
                <a:latin typeface="+mn-lt"/>
                <a:ea typeface="Calibri"/>
                <a:cs typeface="Calibri"/>
                <a:sym typeface="Calibri"/>
              </a:rPr>
              <a:t> as </a:t>
            </a:r>
            <a:r>
              <a:rPr lang="en-US" sz="1400" dirty="0" err="1">
                <a:solidFill>
                  <a:schemeClr val="dk1"/>
                </a:solidFill>
                <a:latin typeface="+mn-lt"/>
                <a:ea typeface="Calibri"/>
                <a:cs typeface="Calibri"/>
                <a:sym typeface="Calibri"/>
              </a:rPr>
              <a:t>nombre</a:t>
            </a:r>
            <a:r>
              <a:rPr lang="en-US" sz="1400" dirty="0">
                <a:solidFill>
                  <a:schemeClr val="dk1"/>
                </a:solidFill>
                <a:latin typeface="+mn-lt"/>
                <a:ea typeface="Calibri"/>
                <a:cs typeface="Calibri"/>
                <a:sym typeface="Calibri"/>
              </a:rPr>
              <a:t>, ‘ cobra </a:t>
            </a:r>
            <a:r>
              <a:rPr lang="en-US" sz="1400" dirty="0" err="1">
                <a:solidFill>
                  <a:schemeClr val="dk1"/>
                </a:solidFill>
                <a:latin typeface="+mn-lt"/>
                <a:ea typeface="Calibri"/>
                <a:cs typeface="Calibri"/>
                <a:sym typeface="Calibri"/>
              </a:rPr>
              <a:t>quincenalmente</a:t>
            </a:r>
            <a:r>
              <a:rPr lang="en-US" sz="1400" dirty="0">
                <a:solidFill>
                  <a:schemeClr val="dk1"/>
                </a:solidFill>
                <a:latin typeface="+mn-lt"/>
                <a:ea typeface="Calibri"/>
                <a:cs typeface="Calibri"/>
                <a:sym typeface="Calibri"/>
              </a:rPr>
              <a:t> ’, </a:t>
            </a:r>
            <a:r>
              <a:rPr lang="en-US" sz="1400" dirty="0" err="1">
                <a:solidFill>
                  <a:schemeClr val="dk1"/>
                </a:solidFill>
                <a:latin typeface="+mn-lt"/>
                <a:ea typeface="Calibri"/>
                <a:cs typeface="Calibri"/>
                <a:sym typeface="Calibri"/>
              </a:rPr>
              <a:t>sal</a:t>
            </a:r>
            <a:r>
              <a:rPr lang="en-US" sz="1400" dirty="0">
                <a:solidFill>
                  <a:schemeClr val="dk1"/>
                </a:solidFill>
                <a:latin typeface="+mn-lt"/>
                <a:ea typeface="Calibri"/>
                <a:cs typeface="Calibri"/>
                <a:sym typeface="Calibri"/>
              </a:rPr>
              <a:t>/2 as </a:t>
            </a:r>
            <a:r>
              <a:rPr lang="en-US" sz="1400" dirty="0" err="1">
                <a:solidFill>
                  <a:schemeClr val="dk1"/>
                </a:solidFill>
                <a:latin typeface="+mn-lt"/>
                <a:ea typeface="Calibri"/>
                <a:cs typeface="Calibri"/>
                <a:sym typeface="Calibri"/>
              </a:rPr>
              <a:t>salario_quincena</a:t>
            </a:r>
            <a:r>
              <a:rPr lang="en-US" sz="1400" dirty="0">
                <a:solidFill>
                  <a:schemeClr val="dk1"/>
                </a:solidFill>
                <a:latin typeface="+mn-lt"/>
                <a:ea typeface="Calibri"/>
                <a:cs typeface="Calibri"/>
                <a:sym typeface="Calibri"/>
              </a:rPr>
              <a:t>, ‘pesos’</a:t>
            </a:r>
            <a:endParaRPr sz="1400" dirty="0">
              <a:latin typeface="+mn-lt"/>
            </a:endParaRPr>
          </a:p>
          <a:p>
            <a:pPr marL="137284" indent="-137284">
              <a:spcBef>
                <a:spcPts val="300"/>
              </a:spcBef>
            </a:pPr>
            <a:r>
              <a:rPr lang="en-US" sz="1400" dirty="0">
                <a:solidFill>
                  <a:schemeClr val="dk1"/>
                </a:solidFill>
                <a:latin typeface="+mn-lt"/>
                <a:ea typeface="Calibri"/>
                <a:cs typeface="Calibri"/>
                <a:sym typeface="Calibri"/>
              </a:rPr>
              <a:t>FROM  EMP;</a:t>
            </a:r>
            <a:endParaRPr sz="1400" dirty="0">
              <a:latin typeface="+mn-lt"/>
            </a:endParaRPr>
          </a:p>
          <a:p>
            <a:pPr marL="137284" indent="-137284">
              <a:spcBef>
                <a:spcPts val="300"/>
              </a:spcBef>
            </a:pPr>
            <a:endParaRPr sz="1400" dirty="0">
              <a:solidFill>
                <a:schemeClr val="dk1"/>
              </a:solidFill>
              <a:latin typeface="+mn-lt"/>
              <a:ea typeface="Calibri"/>
              <a:cs typeface="Calibri"/>
              <a:sym typeface="Calibri"/>
            </a:endParaRPr>
          </a:p>
          <a:p>
            <a:pPr marL="137284" indent="-137284">
              <a:spcBef>
                <a:spcPts val="300"/>
              </a:spcBef>
            </a:pPr>
            <a:endParaRPr sz="1400" dirty="0">
              <a:solidFill>
                <a:schemeClr val="dk1"/>
              </a:solidFill>
              <a:latin typeface="+mn-lt"/>
              <a:ea typeface="Calibri"/>
              <a:cs typeface="Calibri"/>
              <a:sym typeface="Calibri"/>
            </a:endParaRPr>
          </a:p>
          <a:p>
            <a:pPr marL="137284" indent="-137284">
              <a:spcBef>
                <a:spcPts val="300"/>
              </a:spcBef>
            </a:pPr>
            <a:endParaRPr sz="1400" dirty="0">
              <a:solidFill>
                <a:schemeClr val="dk1"/>
              </a:solidFill>
              <a:latin typeface="+mn-lt"/>
              <a:ea typeface="Calibri"/>
              <a:cs typeface="Calibri"/>
              <a:sym typeface="Calibri"/>
            </a:endParaRPr>
          </a:p>
          <a:p>
            <a:pPr marL="137284" indent="-89887">
              <a:spcBef>
                <a:spcPts val="300"/>
              </a:spcBef>
              <a:buClr>
                <a:schemeClr val="accent2"/>
              </a:buClr>
              <a:buSzPts val="1740"/>
            </a:pPr>
            <a:endParaRPr sz="1400" dirty="0">
              <a:solidFill>
                <a:schemeClr val="dk1"/>
              </a:solidFill>
              <a:latin typeface="+mn-lt"/>
              <a:ea typeface="Calibri"/>
              <a:cs typeface="Calibri"/>
              <a:sym typeface="Calibri"/>
            </a:endParaRPr>
          </a:p>
          <a:p>
            <a:pPr marL="137284" indent="-89887">
              <a:spcBef>
                <a:spcPts val="300"/>
              </a:spcBef>
              <a:buClr>
                <a:schemeClr val="accent2"/>
              </a:buClr>
              <a:buSzPts val="1740"/>
            </a:pPr>
            <a:endParaRPr sz="1400" dirty="0">
              <a:solidFill>
                <a:schemeClr val="dk1"/>
              </a:solidFill>
              <a:latin typeface="+mn-lt"/>
              <a:ea typeface="Calibri"/>
              <a:cs typeface="Calibri"/>
              <a:sym typeface="Calibri"/>
            </a:endParaRPr>
          </a:p>
        </p:txBody>
      </p:sp>
      <p:sp>
        <p:nvSpPr>
          <p:cNvPr id="4" name="Google Shape;366;p22">
            <a:extLst>
              <a:ext uri="{FF2B5EF4-FFF2-40B4-BE49-F238E27FC236}">
                <a16:creationId xmlns:a16="http://schemas.microsoft.com/office/drawing/2014/main" xmlns="" id="{645087A1-D969-4A06-9538-C1786E616F50}"/>
              </a:ext>
            </a:extLst>
          </p:cNvPr>
          <p:cNvSpPr txBox="1"/>
          <p:nvPr/>
        </p:nvSpPr>
        <p:spPr>
          <a:xfrm>
            <a:off x="305731" y="2917372"/>
            <a:ext cx="7909355" cy="1895677"/>
          </a:xfrm>
          <a:prstGeom prst="rect">
            <a:avLst/>
          </a:prstGeom>
          <a:solidFill>
            <a:schemeClr val="accent6">
              <a:lumMod val="20000"/>
              <a:lumOff val="80000"/>
            </a:schemeClr>
          </a:solidFill>
          <a:ln>
            <a:noFill/>
          </a:ln>
        </p:spPr>
        <p:txBody>
          <a:bodyPr spcFirstLastPara="1" wrap="square" lIns="39215" tIns="19602" rIns="39215" bIns="19602" anchor="t" anchorCtr="0">
            <a:noAutofit/>
          </a:bodyPr>
          <a:lstStyle/>
          <a:p>
            <a:pPr marL="137284" indent="-137284"/>
            <a:r>
              <a:rPr lang="en-US" sz="1600" dirty="0">
                <a:solidFill>
                  <a:schemeClr val="dk1"/>
                </a:solidFill>
                <a:latin typeface="Calibri"/>
                <a:ea typeface="Calibri"/>
                <a:cs typeface="Calibri"/>
                <a:sym typeface="Calibri"/>
              </a:rPr>
              <a:t>SELECT *</a:t>
            </a:r>
            <a:endParaRPr sz="1600" dirty="0"/>
          </a:p>
          <a:p>
            <a:pPr marL="137284" indent="-137284">
              <a:spcBef>
                <a:spcPts val="300"/>
              </a:spcBef>
            </a:pPr>
            <a:r>
              <a:rPr lang="en-US" sz="1600" dirty="0">
                <a:solidFill>
                  <a:schemeClr val="dk1"/>
                </a:solidFill>
                <a:latin typeface="Calibri"/>
                <a:ea typeface="Calibri"/>
                <a:cs typeface="Calibri"/>
                <a:sym typeface="Calibri"/>
              </a:rPr>
              <a:t>FROM emp</a:t>
            </a:r>
            <a:endParaRPr sz="1600" dirty="0"/>
          </a:p>
          <a:p>
            <a:pPr marL="137284" indent="-137284">
              <a:spcBef>
                <a:spcPts val="300"/>
              </a:spcBef>
            </a:pPr>
            <a:r>
              <a:rPr lang="en-US" sz="1600" dirty="0">
                <a:solidFill>
                  <a:schemeClr val="dk1"/>
                </a:solidFill>
                <a:latin typeface="Calibri"/>
                <a:ea typeface="Calibri"/>
                <a:cs typeface="Calibri"/>
                <a:sym typeface="Calibri"/>
              </a:rPr>
              <a:t>WHERE </a:t>
            </a:r>
            <a:r>
              <a:rPr lang="en-US" sz="1600" dirty="0" err="1">
                <a:solidFill>
                  <a:schemeClr val="dk1"/>
                </a:solidFill>
                <a:latin typeface="Calibri"/>
                <a:ea typeface="Calibri"/>
                <a:cs typeface="Calibri"/>
                <a:sym typeface="Calibri"/>
              </a:rPr>
              <a:t>ename</a:t>
            </a:r>
            <a:r>
              <a:rPr lang="en-US" sz="1600" dirty="0">
                <a:solidFill>
                  <a:schemeClr val="dk1"/>
                </a:solidFill>
                <a:latin typeface="Calibri"/>
                <a:ea typeface="Calibri"/>
                <a:cs typeface="Calibri"/>
                <a:sym typeface="Calibri"/>
              </a:rPr>
              <a:t> LIKE 'A%’;</a:t>
            </a:r>
            <a:endParaRPr lang="en-US" sz="1600" dirty="0">
              <a:ea typeface="Calibri"/>
            </a:endParaRPr>
          </a:p>
          <a:p>
            <a:pPr marL="137284" indent="-137284">
              <a:spcBef>
                <a:spcPts val="300"/>
              </a:spcBef>
            </a:pPr>
            <a:endParaRPr lang="en-US" sz="1600" dirty="0">
              <a:solidFill>
                <a:schemeClr val="dk1"/>
              </a:solidFill>
              <a:latin typeface="Calibri"/>
              <a:ea typeface="Calibri"/>
              <a:cs typeface="Calibri"/>
              <a:sym typeface="Calibri"/>
            </a:endParaRPr>
          </a:p>
          <a:p>
            <a:pPr marL="137284" indent="-137284">
              <a:spcBef>
                <a:spcPts val="300"/>
              </a:spcBef>
            </a:pPr>
            <a:r>
              <a:rPr lang="en-US" sz="1600" dirty="0">
                <a:solidFill>
                  <a:schemeClr val="dk1"/>
                </a:solidFill>
                <a:latin typeface="Calibri"/>
                <a:ea typeface="Calibri"/>
                <a:cs typeface="Calibri"/>
                <a:sym typeface="Calibri"/>
              </a:rPr>
              <a:t>El </a:t>
            </a:r>
            <a:r>
              <a:rPr lang="en-US" sz="1600" dirty="0" err="1">
                <a:solidFill>
                  <a:schemeClr val="dk1"/>
                </a:solidFill>
                <a:latin typeface="Calibri"/>
                <a:ea typeface="Calibri"/>
                <a:cs typeface="Calibri"/>
                <a:sym typeface="Calibri"/>
              </a:rPr>
              <a:t>operador</a:t>
            </a:r>
            <a:r>
              <a:rPr lang="en-US" sz="1600" dirty="0">
                <a:solidFill>
                  <a:schemeClr val="dk1"/>
                </a:solidFill>
                <a:latin typeface="Calibri"/>
                <a:ea typeface="Calibri"/>
                <a:cs typeface="Calibri"/>
                <a:sym typeface="Calibri"/>
              </a:rPr>
              <a:t> like </a:t>
            </a:r>
            <a:r>
              <a:rPr lang="en-US" sz="1600" dirty="0" err="1">
                <a:solidFill>
                  <a:schemeClr val="dk1"/>
                </a:solidFill>
                <a:latin typeface="Calibri"/>
                <a:ea typeface="Calibri"/>
                <a:cs typeface="Calibri"/>
                <a:sym typeface="Calibri"/>
              </a:rPr>
              <a:t>compara</a:t>
            </a:r>
            <a:r>
              <a:rPr lang="en-US" sz="1600" dirty="0">
                <a:solidFill>
                  <a:schemeClr val="dk1"/>
                </a:solidFill>
                <a:latin typeface="Calibri"/>
                <a:ea typeface="Calibri"/>
                <a:cs typeface="Calibri"/>
                <a:sym typeface="Calibri"/>
              </a:rPr>
              <a:t> </a:t>
            </a:r>
            <a:r>
              <a:rPr lang="en-US" sz="1600" dirty="0" err="1">
                <a:solidFill>
                  <a:schemeClr val="dk1"/>
                </a:solidFill>
                <a:latin typeface="Calibri"/>
                <a:ea typeface="Calibri"/>
                <a:cs typeface="Calibri"/>
                <a:sym typeface="Calibri"/>
              </a:rPr>
              <a:t>parte</a:t>
            </a:r>
            <a:r>
              <a:rPr lang="en-US" sz="1600" dirty="0">
                <a:solidFill>
                  <a:schemeClr val="dk1"/>
                </a:solidFill>
                <a:latin typeface="Calibri"/>
                <a:ea typeface="Calibri"/>
                <a:cs typeface="Calibri"/>
                <a:sym typeface="Calibri"/>
              </a:rPr>
              <a:t> de </a:t>
            </a:r>
            <a:r>
              <a:rPr lang="en-US" sz="1600" dirty="0" err="1">
                <a:solidFill>
                  <a:schemeClr val="dk1"/>
                </a:solidFill>
                <a:latin typeface="Calibri"/>
                <a:ea typeface="Calibri"/>
                <a:cs typeface="Calibri"/>
                <a:sym typeface="Calibri"/>
              </a:rPr>
              <a:t>una</a:t>
            </a:r>
            <a:r>
              <a:rPr lang="en-US" sz="1600" dirty="0">
                <a:solidFill>
                  <a:schemeClr val="dk1"/>
                </a:solidFill>
                <a:latin typeface="Calibri"/>
                <a:ea typeface="Calibri"/>
                <a:cs typeface="Calibri"/>
                <a:sym typeface="Calibri"/>
              </a:rPr>
              <a:t> </a:t>
            </a:r>
            <a:r>
              <a:rPr lang="en-US" sz="1600" dirty="0" err="1">
                <a:solidFill>
                  <a:schemeClr val="dk1"/>
                </a:solidFill>
                <a:latin typeface="Calibri"/>
                <a:ea typeface="Calibri"/>
                <a:cs typeface="Calibri"/>
                <a:sym typeface="Calibri"/>
              </a:rPr>
              <a:t>cadena</a:t>
            </a:r>
            <a:r>
              <a:rPr lang="en-US" sz="1600" dirty="0">
                <a:solidFill>
                  <a:schemeClr val="dk1"/>
                </a:solidFill>
                <a:latin typeface="Calibri"/>
                <a:ea typeface="Calibri"/>
                <a:cs typeface="Calibri"/>
                <a:sym typeface="Calibri"/>
              </a:rPr>
              <a:t> de </a:t>
            </a:r>
            <a:r>
              <a:rPr lang="en-US" sz="1600" dirty="0" err="1">
                <a:solidFill>
                  <a:schemeClr val="dk1"/>
                </a:solidFill>
                <a:latin typeface="Calibri"/>
                <a:ea typeface="Calibri"/>
                <a:cs typeface="Calibri"/>
                <a:sym typeface="Calibri"/>
              </a:rPr>
              <a:t>caracteres</a:t>
            </a:r>
            <a:r>
              <a:rPr lang="en-US" sz="1600" dirty="0">
                <a:solidFill>
                  <a:schemeClr val="dk1"/>
                </a:solidFill>
                <a:latin typeface="Calibri"/>
                <a:ea typeface="Calibri"/>
                <a:cs typeface="Calibri"/>
                <a:sym typeface="Calibri"/>
              </a:rPr>
              <a:t>, </a:t>
            </a:r>
            <a:r>
              <a:rPr lang="en-US" sz="1600" dirty="0" err="1">
                <a:solidFill>
                  <a:schemeClr val="dk1"/>
                </a:solidFill>
                <a:latin typeface="Calibri"/>
                <a:ea typeface="Calibri"/>
                <a:cs typeface="Calibri"/>
                <a:sym typeface="Calibri"/>
              </a:rPr>
              <a:t>donde</a:t>
            </a:r>
            <a:r>
              <a:rPr lang="en-US" sz="1600" dirty="0">
                <a:solidFill>
                  <a:schemeClr val="dk1"/>
                </a:solidFill>
                <a:latin typeface="Calibri"/>
                <a:ea typeface="Calibri"/>
                <a:cs typeface="Calibri"/>
                <a:sym typeface="Calibri"/>
              </a:rPr>
              <a:t>: </a:t>
            </a:r>
            <a:r>
              <a:rPr lang="en-US" sz="1600" dirty="0">
                <a:ea typeface="Calibri"/>
              </a:rPr>
              <a:t> </a:t>
            </a:r>
            <a:r>
              <a:rPr lang="en-US" sz="1600" dirty="0">
                <a:solidFill>
                  <a:schemeClr val="dk1"/>
                </a:solidFill>
                <a:latin typeface="Calibri"/>
                <a:ea typeface="Calibri"/>
                <a:cs typeface="Calibri"/>
                <a:sym typeface="Calibri"/>
              </a:rPr>
              <a:t> % </a:t>
            </a:r>
            <a:r>
              <a:rPr lang="en-US" sz="1600" dirty="0" err="1">
                <a:solidFill>
                  <a:schemeClr val="dk1"/>
                </a:solidFill>
                <a:latin typeface="Calibri"/>
                <a:ea typeface="Calibri"/>
                <a:cs typeface="Calibri"/>
                <a:sym typeface="Calibri"/>
              </a:rPr>
              <a:t>sustituye</a:t>
            </a:r>
            <a:r>
              <a:rPr lang="en-US" sz="1600" dirty="0">
                <a:solidFill>
                  <a:schemeClr val="dk1"/>
                </a:solidFill>
                <a:latin typeface="Calibri"/>
                <a:ea typeface="Calibri"/>
                <a:cs typeface="Calibri"/>
                <a:sym typeface="Calibri"/>
              </a:rPr>
              <a:t> a </a:t>
            </a:r>
            <a:r>
              <a:rPr lang="en-US" sz="1600" dirty="0" err="1">
                <a:solidFill>
                  <a:schemeClr val="dk1"/>
                </a:solidFill>
                <a:latin typeface="Calibri"/>
                <a:ea typeface="Calibri"/>
                <a:cs typeface="Calibri"/>
                <a:sym typeface="Calibri"/>
              </a:rPr>
              <a:t>una</a:t>
            </a:r>
            <a:r>
              <a:rPr lang="en-US" sz="1600" dirty="0">
                <a:solidFill>
                  <a:schemeClr val="dk1"/>
                </a:solidFill>
                <a:latin typeface="Calibri"/>
                <a:ea typeface="Calibri"/>
                <a:cs typeface="Calibri"/>
                <a:sym typeface="Calibri"/>
              </a:rPr>
              <a:t> </a:t>
            </a:r>
            <a:r>
              <a:rPr lang="en-US" sz="1600" dirty="0" err="1">
                <a:solidFill>
                  <a:schemeClr val="dk1"/>
                </a:solidFill>
                <a:latin typeface="Calibri"/>
                <a:ea typeface="Calibri"/>
                <a:cs typeface="Calibri"/>
                <a:sym typeface="Calibri"/>
              </a:rPr>
              <a:t>cantidad</a:t>
            </a:r>
            <a:r>
              <a:rPr lang="en-US" sz="1600" dirty="0">
                <a:solidFill>
                  <a:schemeClr val="dk1"/>
                </a:solidFill>
                <a:latin typeface="Calibri"/>
                <a:ea typeface="Calibri"/>
                <a:cs typeface="Calibri"/>
                <a:sym typeface="Calibri"/>
              </a:rPr>
              <a:t> </a:t>
            </a:r>
            <a:r>
              <a:rPr lang="en-US" sz="1600" dirty="0" err="1">
                <a:solidFill>
                  <a:schemeClr val="dk1"/>
                </a:solidFill>
                <a:latin typeface="Calibri"/>
                <a:ea typeface="Calibri"/>
                <a:cs typeface="Calibri"/>
                <a:sym typeface="Calibri"/>
              </a:rPr>
              <a:t>arbitraria</a:t>
            </a:r>
            <a:r>
              <a:rPr lang="en-US" sz="1600" dirty="0">
                <a:solidFill>
                  <a:schemeClr val="dk1"/>
                </a:solidFill>
                <a:latin typeface="Calibri"/>
                <a:ea typeface="Calibri"/>
                <a:cs typeface="Calibri"/>
                <a:sym typeface="Calibri"/>
              </a:rPr>
              <a:t> de </a:t>
            </a:r>
            <a:r>
              <a:rPr lang="en-US" sz="1600" dirty="0" err="1">
                <a:solidFill>
                  <a:schemeClr val="dk1"/>
                </a:solidFill>
                <a:latin typeface="Calibri"/>
                <a:ea typeface="Calibri"/>
                <a:cs typeface="Calibri"/>
                <a:sym typeface="Calibri"/>
              </a:rPr>
              <a:t>caracteres</a:t>
            </a:r>
            <a:r>
              <a:rPr lang="en-US" sz="1600" dirty="0">
                <a:solidFill>
                  <a:schemeClr val="dk1"/>
                </a:solidFill>
                <a:latin typeface="Calibri"/>
                <a:ea typeface="Calibri"/>
                <a:cs typeface="Calibri"/>
                <a:sym typeface="Calibri"/>
              </a:rPr>
              <a:t> </a:t>
            </a:r>
            <a:endParaRPr sz="1600" dirty="0"/>
          </a:p>
          <a:p>
            <a:pPr marL="137284" indent="-137284">
              <a:spcBef>
                <a:spcPts val="300"/>
              </a:spcBef>
            </a:pPr>
            <a:r>
              <a:rPr lang="en-US" sz="1600" dirty="0">
                <a:solidFill>
                  <a:schemeClr val="dk1"/>
                </a:solidFill>
                <a:latin typeface="Calibri"/>
                <a:ea typeface="Calibri"/>
                <a:cs typeface="Calibri"/>
                <a:sym typeface="Calibri"/>
              </a:rPr>
              <a:t> _ </a:t>
            </a:r>
            <a:r>
              <a:rPr lang="en-US" sz="1600" dirty="0" err="1">
                <a:solidFill>
                  <a:schemeClr val="dk1"/>
                </a:solidFill>
                <a:latin typeface="Calibri"/>
                <a:ea typeface="Calibri"/>
                <a:cs typeface="Calibri"/>
                <a:sym typeface="Calibri"/>
              </a:rPr>
              <a:t>sustituye</a:t>
            </a:r>
            <a:r>
              <a:rPr lang="en-US" sz="1600" dirty="0">
                <a:solidFill>
                  <a:schemeClr val="dk1"/>
                </a:solidFill>
                <a:latin typeface="Calibri"/>
                <a:ea typeface="Calibri"/>
                <a:cs typeface="Calibri"/>
                <a:sym typeface="Calibri"/>
              </a:rPr>
              <a:t> a un solo </a:t>
            </a:r>
            <a:r>
              <a:rPr lang="en-US" sz="1600" dirty="0" err="1">
                <a:solidFill>
                  <a:schemeClr val="dk1"/>
                </a:solidFill>
                <a:latin typeface="Calibri"/>
                <a:ea typeface="Calibri"/>
                <a:cs typeface="Calibri"/>
                <a:sym typeface="Calibri"/>
              </a:rPr>
              <a:t>carácter</a:t>
            </a:r>
            <a:endParaRPr sz="1600" dirty="0"/>
          </a:p>
          <a:p>
            <a:pPr marL="137284" indent="-137284">
              <a:spcBef>
                <a:spcPts val="300"/>
              </a:spcBef>
            </a:pPr>
            <a:endParaRPr sz="1600" dirty="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2" name="Google Shape;372;p23"/>
          <p:cNvSpPr txBox="1">
            <a:spLocks noGrp="1"/>
          </p:cNvSpPr>
          <p:nvPr>
            <p:ph type="body" idx="1"/>
          </p:nvPr>
        </p:nvSpPr>
        <p:spPr>
          <a:xfrm>
            <a:off x="340509" y="1400901"/>
            <a:ext cx="8247082" cy="2090420"/>
          </a:xfrm>
          <a:prstGeom prst="rect">
            <a:avLst/>
          </a:prstGeom>
          <a:noFill/>
          <a:ln>
            <a:noFill/>
          </a:ln>
        </p:spPr>
        <p:txBody>
          <a:bodyPr spcFirstLastPara="1" wrap="square" lIns="39215" tIns="19602" rIns="39215" bIns="19602" anchor="t" anchorCtr="0">
            <a:normAutofit/>
          </a:bodyPr>
          <a:lstStyle/>
          <a:p>
            <a:pPr marL="98060" indent="-98060">
              <a:spcBef>
                <a:spcPts val="0"/>
              </a:spcBef>
              <a:buSzPct val="100000"/>
            </a:pPr>
            <a:r>
              <a:rPr lang="en-US" sz="1800" dirty="0" err="1"/>
              <a:t>Operadores</a:t>
            </a:r>
            <a:r>
              <a:rPr lang="en-US" sz="1800" dirty="0"/>
              <a:t> de </a:t>
            </a:r>
            <a:r>
              <a:rPr lang="en-US" sz="1800" dirty="0" err="1"/>
              <a:t>comparación</a:t>
            </a:r>
            <a:r>
              <a:rPr lang="en-US" sz="1800" dirty="0"/>
              <a:t> de conjuntos</a:t>
            </a:r>
            <a:endParaRPr sz="1800" dirty="0"/>
          </a:p>
          <a:p>
            <a:pPr marL="294178" lvl="1" indent="-98060">
              <a:buSzPct val="100000"/>
            </a:pPr>
            <a:r>
              <a:rPr lang="en-US" sz="1800" dirty="0"/>
              <a:t>&lt;</a:t>
            </a:r>
            <a:r>
              <a:rPr lang="en-US" sz="1800" dirty="0" err="1"/>
              <a:t>columna</a:t>
            </a:r>
            <a:r>
              <a:rPr lang="en-US" sz="1800" dirty="0"/>
              <a:t>&gt; [NOT]  IN (&lt;</a:t>
            </a:r>
            <a:r>
              <a:rPr lang="en-US" sz="1800" dirty="0" err="1"/>
              <a:t>lista</a:t>
            </a:r>
            <a:r>
              <a:rPr lang="en-US" sz="1800" dirty="0"/>
              <a:t> de </a:t>
            </a:r>
            <a:r>
              <a:rPr lang="en-US" sz="1800" dirty="0" err="1"/>
              <a:t>valores</a:t>
            </a:r>
            <a:r>
              <a:rPr lang="en-US" sz="1800" dirty="0"/>
              <a:t>&gt;)</a:t>
            </a:r>
            <a:endParaRPr sz="1800" dirty="0"/>
          </a:p>
          <a:p>
            <a:pPr marL="490296" lvl="2" indent="-98060">
              <a:buSzPct val="100000"/>
            </a:pPr>
            <a:r>
              <a:rPr lang="en-US" sz="1800" dirty="0"/>
              <a:t>Select * from EMP where DEPTNO in (20,30);</a:t>
            </a:r>
            <a:endParaRPr sz="1800" dirty="0"/>
          </a:p>
          <a:p>
            <a:pPr marL="98060" indent="-98060">
              <a:buSzPct val="100000"/>
            </a:pPr>
            <a:r>
              <a:rPr lang="en-US" sz="1800" dirty="0" err="1"/>
              <a:t>Operadores</a:t>
            </a:r>
            <a:r>
              <a:rPr lang="en-US" sz="1800" dirty="0"/>
              <a:t> de </a:t>
            </a:r>
            <a:r>
              <a:rPr lang="en-US" sz="1800" dirty="0" err="1"/>
              <a:t>valores</a:t>
            </a:r>
            <a:r>
              <a:rPr lang="en-US" sz="1800" dirty="0"/>
              <a:t> </a:t>
            </a:r>
            <a:r>
              <a:rPr lang="en-US" sz="1800" dirty="0" err="1"/>
              <a:t>nulos</a:t>
            </a:r>
            <a:endParaRPr sz="1800" dirty="0"/>
          </a:p>
          <a:p>
            <a:pPr marL="294178" lvl="1" indent="-98060">
              <a:buSzPct val="100000"/>
            </a:pPr>
            <a:r>
              <a:rPr lang="en-US" sz="1800" dirty="0"/>
              <a:t>&lt;</a:t>
            </a:r>
            <a:r>
              <a:rPr lang="en-US" sz="1800" dirty="0" err="1"/>
              <a:t>columna</a:t>
            </a:r>
            <a:r>
              <a:rPr lang="en-US" sz="1800" dirty="0"/>
              <a:t>&gt; IS [NOT]  NULL (</a:t>
            </a:r>
            <a:r>
              <a:rPr lang="en-US" sz="1800" dirty="0" err="1"/>
              <a:t>ya</a:t>
            </a:r>
            <a:r>
              <a:rPr lang="en-US" sz="1800" dirty="0"/>
              <a:t> </a:t>
            </a:r>
            <a:r>
              <a:rPr lang="en-US" sz="1800" dirty="0" err="1"/>
              <a:t>vimos</a:t>
            </a:r>
            <a:r>
              <a:rPr lang="en-US" sz="1800" dirty="0"/>
              <a:t> un </a:t>
            </a:r>
            <a:r>
              <a:rPr lang="en-US" sz="1800" dirty="0" err="1"/>
              <a:t>ejemplo</a:t>
            </a:r>
            <a:r>
              <a:rPr lang="en-US" sz="1800" dirty="0"/>
              <a:t>)</a:t>
            </a:r>
            <a:endParaRPr sz="1800" dirty="0"/>
          </a:p>
          <a:p>
            <a:pPr marL="98060" indent="-98060">
              <a:buSzPct val="100000"/>
            </a:pPr>
            <a:r>
              <a:rPr lang="en-US" sz="1800" dirty="0" err="1"/>
              <a:t>Operadores</a:t>
            </a:r>
            <a:r>
              <a:rPr lang="en-US" sz="1800" dirty="0"/>
              <a:t> de </a:t>
            </a:r>
            <a:r>
              <a:rPr lang="en-US" sz="1800" dirty="0" err="1"/>
              <a:t>condiciones</a:t>
            </a:r>
            <a:r>
              <a:rPr lang="en-US" sz="1800" dirty="0"/>
              <a:t> de </a:t>
            </a:r>
            <a:r>
              <a:rPr lang="en-US" sz="1800" dirty="0" err="1"/>
              <a:t>dominios</a:t>
            </a:r>
            <a:endParaRPr sz="1800" dirty="0"/>
          </a:p>
          <a:p>
            <a:pPr marL="294178" lvl="1" indent="-98060">
              <a:buSzPct val="100000"/>
            </a:pPr>
            <a:r>
              <a:rPr lang="en-US" sz="1800" dirty="0"/>
              <a:t>&lt;</a:t>
            </a:r>
            <a:r>
              <a:rPr lang="en-US" sz="1800" dirty="0" err="1"/>
              <a:t>columna</a:t>
            </a:r>
            <a:r>
              <a:rPr lang="en-US" sz="1800" dirty="0"/>
              <a:t>&gt; [NOT] BETWEEN &lt;valor inferior&gt; AND  &lt;valor superior&gt;</a:t>
            </a:r>
            <a:endParaRPr sz="1800" dirty="0"/>
          </a:p>
        </p:txBody>
      </p:sp>
      <p:sp>
        <p:nvSpPr>
          <p:cNvPr id="373" name="Google Shape;373;p23"/>
          <p:cNvSpPr txBox="1">
            <a:spLocks noGrp="1"/>
          </p:cNvSpPr>
          <p:nvPr>
            <p:ph type="body" idx="2"/>
          </p:nvPr>
        </p:nvSpPr>
        <p:spPr>
          <a:xfrm>
            <a:off x="359889" y="800297"/>
            <a:ext cx="8014854" cy="317303"/>
          </a:xfrm>
          <a:prstGeom prst="rect">
            <a:avLst/>
          </a:prstGeom>
          <a:solidFill>
            <a:srgbClr val="0070C0"/>
          </a:solidFill>
          <a:ln>
            <a:noFill/>
          </a:ln>
        </p:spPr>
        <p:txBody>
          <a:bodyPr spcFirstLastPara="1" wrap="square" lIns="39215" tIns="19602" rIns="39215" bIns="19602" anchor="t" anchorCtr="0">
            <a:noAutofit/>
          </a:bodyPr>
          <a:lstStyle/>
          <a:p>
            <a:pPr marL="0" indent="0">
              <a:spcBef>
                <a:spcPts val="0"/>
              </a:spcBef>
            </a:pPr>
            <a:r>
              <a:rPr lang="en-US" sz="2000" dirty="0" err="1">
                <a:solidFill>
                  <a:schemeClr val="bg1"/>
                </a:solidFill>
              </a:rPr>
              <a:t>Operadores</a:t>
            </a:r>
            <a:r>
              <a:rPr lang="en-US" sz="2000" dirty="0">
                <a:solidFill>
                  <a:schemeClr val="bg1"/>
                </a:solidFill>
              </a:rPr>
              <a:t> de </a:t>
            </a:r>
            <a:r>
              <a:rPr lang="en-US" sz="2000" dirty="0" err="1">
                <a:solidFill>
                  <a:schemeClr val="bg1"/>
                </a:solidFill>
              </a:rPr>
              <a:t>comparación</a:t>
            </a:r>
            <a:r>
              <a:rPr lang="en-US" sz="2000" dirty="0">
                <a:solidFill>
                  <a:schemeClr val="bg1"/>
                </a:solidFill>
              </a:rPr>
              <a:t> para </a:t>
            </a:r>
            <a:r>
              <a:rPr lang="en-US" sz="2000" dirty="0" err="1">
                <a:solidFill>
                  <a:schemeClr val="bg1"/>
                </a:solidFill>
              </a:rPr>
              <a:t>consultas</a:t>
            </a:r>
            <a:r>
              <a:rPr lang="en-US" sz="2000" dirty="0">
                <a:solidFill>
                  <a:schemeClr val="bg1"/>
                </a:solidFill>
              </a:rPr>
              <a:t> simples</a:t>
            </a:r>
            <a:endParaRPr sz="2000" dirty="0">
              <a:solidFill>
                <a:schemeClr val="bg1"/>
              </a:solidFill>
            </a:endParaRPr>
          </a:p>
        </p:txBody>
      </p:sp>
      <p:sp>
        <p:nvSpPr>
          <p:cNvPr id="374" name="Google Shape;374;p23"/>
          <p:cNvSpPr txBox="1">
            <a:spLocks noGrp="1"/>
          </p:cNvSpPr>
          <p:nvPr>
            <p:ph type="sldNum" idx="12"/>
          </p:nvPr>
        </p:nvSpPr>
        <p:spPr>
          <a:xfrm>
            <a:off x="5272982" y="4603653"/>
            <a:ext cx="882471" cy="156611"/>
          </a:xfrm>
          <a:prstGeom prst="rect">
            <a:avLst/>
          </a:prstGeom>
          <a:noFill/>
          <a:ln>
            <a:noFill/>
          </a:ln>
        </p:spPr>
        <p:txBody>
          <a:bodyPr spcFirstLastPara="1" wrap="square" lIns="39215" tIns="19602" rIns="39215" bIns="19602" anchor="ctr" anchorCtr="0">
            <a:normAutofit/>
          </a:bodyPr>
          <a:lstStyle/>
          <a:p>
            <a:fld id="{00000000-1234-1234-1234-123412341234}" type="slidenum">
              <a:rPr lang="en-US"/>
              <a:pPr/>
              <a:t>10</a:t>
            </a:fld>
            <a:endParaRPr/>
          </a:p>
        </p:txBody>
      </p:sp>
      <p:sp>
        <p:nvSpPr>
          <p:cNvPr id="4" name="Google Shape;381;p24">
            <a:extLst>
              <a:ext uri="{FF2B5EF4-FFF2-40B4-BE49-F238E27FC236}">
                <a16:creationId xmlns:a16="http://schemas.microsoft.com/office/drawing/2014/main" xmlns="" id="{806EC239-2D07-AF8B-720C-49734532791B}"/>
              </a:ext>
            </a:extLst>
          </p:cNvPr>
          <p:cNvSpPr txBox="1">
            <a:spLocks/>
          </p:cNvSpPr>
          <p:nvPr/>
        </p:nvSpPr>
        <p:spPr>
          <a:xfrm>
            <a:off x="359889" y="3660223"/>
            <a:ext cx="8247082" cy="302177"/>
          </a:xfrm>
          <a:prstGeom prst="rect">
            <a:avLst/>
          </a:prstGeom>
          <a:solidFill>
            <a:srgbClr val="0070C0"/>
          </a:solidFill>
          <a:ln>
            <a:noFill/>
          </a:ln>
        </p:spPr>
        <p:txBody>
          <a:bodyPr spcFirstLastPara="1" wrap="square" lIns="39215" tIns="19602" rIns="39215" bIns="19602" anchor="t" anchorCtr="0">
            <a:noAutofit/>
          </a:bodyPr>
          <a:lstStyle>
            <a:defPPr marR="0" lvl="0" algn="l" rtl="0">
              <a:lnSpc>
                <a:spcPct val="100000"/>
              </a:lnSpc>
              <a:spcBef>
                <a:spcPts val="0"/>
              </a:spcBef>
              <a:spcAft>
                <a:spcPts val="0"/>
              </a:spcAft>
            </a:defPPr>
            <a:lvl1pPr marL="196118" marR="0" lvl="0" indent="-98060" algn="l" rtl="0">
              <a:lnSpc>
                <a:spcPct val="90000"/>
              </a:lnSpc>
              <a:spcBef>
                <a:spcPts val="430"/>
              </a:spcBef>
              <a:spcAft>
                <a:spcPts val="0"/>
              </a:spcAft>
              <a:buClr>
                <a:schemeClr val="dk1"/>
              </a:buClr>
              <a:buSzPts val="1600"/>
              <a:buFont typeface="Arial"/>
              <a:buNone/>
              <a:defRPr sz="686" b="0" i="0" u="none" strike="noStrike" cap="none">
                <a:solidFill>
                  <a:schemeClr val="dk1"/>
                </a:solidFill>
                <a:latin typeface="Calibri"/>
                <a:ea typeface="Calibri"/>
                <a:cs typeface="Calibri"/>
                <a:sym typeface="Calibri"/>
              </a:defRPr>
            </a:lvl1pPr>
            <a:lvl2pPr marL="392237" marR="0" lvl="1" indent="-98060" algn="l" rtl="0">
              <a:lnSpc>
                <a:spcPct val="90000"/>
              </a:lnSpc>
              <a:spcBef>
                <a:spcPts val="214"/>
              </a:spcBef>
              <a:spcAft>
                <a:spcPts val="0"/>
              </a:spcAft>
              <a:buClr>
                <a:schemeClr val="dk1"/>
              </a:buClr>
              <a:buSzPts val="1400"/>
              <a:buFont typeface="Arial"/>
              <a:buNone/>
              <a:defRPr sz="601" b="0" i="0" u="none" strike="noStrike" cap="none">
                <a:solidFill>
                  <a:schemeClr val="dk1"/>
                </a:solidFill>
                <a:latin typeface="Calibri"/>
                <a:ea typeface="Calibri"/>
                <a:cs typeface="Calibri"/>
                <a:sym typeface="Calibri"/>
              </a:defRPr>
            </a:lvl2pPr>
            <a:lvl3pPr marL="588354" marR="0" lvl="2" indent="-98060" algn="l" rtl="0">
              <a:lnSpc>
                <a:spcPct val="90000"/>
              </a:lnSpc>
              <a:spcBef>
                <a:spcPts val="214"/>
              </a:spcBef>
              <a:spcAft>
                <a:spcPts val="0"/>
              </a:spcAft>
              <a:buClr>
                <a:schemeClr val="dk1"/>
              </a:buClr>
              <a:buSzPts val="1200"/>
              <a:buFont typeface="Arial"/>
              <a:buNone/>
              <a:defRPr sz="514" b="0" i="0" u="none" strike="noStrike" cap="none">
                <a:solidFill>
                  <a:schemeClr val="dk1"/>
                </a:solidFill>
                <a:latin typeface="Calibri"/>
                <a:ea typeface="Calibri"/>
                <a:cs typeface="Calibri"/>
                <a:sym typeface="Calibri"/>
              </a:defRPr>
            </a:lvl3pPr>
            <a:lvl4pPr marL="784472" marR="0" lvl="3" indent="-98060" algn="l" rtl="0">
              <a:lnSpc>
                <a:spcPct val="90000"/>
              </a:lnSpc>
              <a:spcBef>
                <a:spcPts val="214"/>
              </a:spcBef>
              <a:spcAft>
                <a:spcPts val="0"/>
              </a:spcAft>
              <a:buClr>
                <a:schemeClr val="dk1"/>
              </a:buClr>
              <a:buSzPts val="1000"/>
              <a:buFont typeface="Arial"/>
              <a:buNone/>
              <a:defRPr sz="430" b="0" i="0" u="none" strike="noStrike" cap="none">
                <a:solidFill>
                  <a:schemeClr val="dk1"/>
                </a:solidFill>
                <a:latin typeface="Calibri"/>
                <a:ea typeface="Calibri"/>
                <a:cs typeface="Calibri"/>
                <a:sym typeface="Calibri"/>
              </a:defRPr>
            </a:lvl4pPr>
            <a:lvl5pPr marL="980590" marR="0" lvl="4" indent="-98060" algn="l" rtl="0">
              <a:lnSpc>
                <a:spcPct val="90000"/>
              </a:lnSpc>
              <a:spcBef>
                <a:spcPts val="214"/>
              </a:spcBef>
              <a:spcAft>
                <a:spcPts val="0"/>
              </a:spcAft>
              <a:buClr>
                <a:schemeClr val="dk1"/>
              </a:buClr>
              <a:buSzPts val="1000"/>
              <a:buFont typeface="Arial"/>
              <a:buNone/>
              <a:defRPr sz="430" b="0" i="0" u="none" strike="noStrike" cap="none">
                <a:solidFill>
                  <a:schemeClr val="dk1"/>
                </a:solidFill>
                <a:latin typeface="Calibri"/>
                <a:ea typeface="Calibri"/>
                <a:cs typeface="Calibri"/>
                <a:sym typeface="Calibri"/>
              </a:defRPr>
            </a:lvl5pPr>
            <a:lvl6pPr marL="1176709" marR="0" lvl="5" indent="-98060" algn="l" rtl="0">
              <a:lnSpc>
                <a:spcPct val="90000"/>
              </a:lnSpc>
              <a:spcBef>
                <a:spcPts val="214"/>
              </a:spcBef>
              <a:spcAft>
                <a:spcPts val="0"/>
              </a:spcAft>
              <a:buClr>
                <a:schemeClr val="dk1"/>
              </a:buClr>
              <a:buSzPts val="1000"/>
              <a:buFont typeface="Arial"/>
              <a:buNone/>
              <a:defRPr sz="430" b="0" i="0" u="none" strike="noStrike" cap="none">
                <a:solidFill>
                  <a:schemeClr val="dk1"/>
                </a:solidFill>
                <a:latin typeface="Calibri"/>
                <a:ea typeface="Calibri"/>
                <a:cs typeface="Calibri"/>
                <a:sym typeface="Calibri"/>
              </a:defRPr>
            </a:lvl6pPr>
            <a:lvl7pPr marL="1372827" marR="0" lvl="6" indent="-98060" algn="l" rtl="0">
              <a:lnSpc>
                <a:spcPct val="90000"/>
              </a:lnSpc>
              <a:spcBef>
                <a:spcPts val="214"/>
              </a:spcBef>
              <a:spcAft>
                <a:spcPts val="0"/>
              </a:spcAft>
              <a:buClr>
                <a:schemeClr val="dk1"/>
              </a:buClr>
              <a:buSzPts val="1000"/>
              <a:buFont typeface="Arial"/>
              <a:buNone/>
              <a:defRPr sz="430" b="0" i="0" u="none" strike="noStrike" cap="none">
                <a:solidFill>
                  <a:schemeClr val="dk1"/>
                </a:solidFill>
                <a:latin typeface="Calibri"/>
                <a:ea typeface="Calibri"/>
                <a:cs typeface="Calibri"/>
                <a:sym typeface="Calibri"/>
              </a:defRPr>
            </a:lvl7pPr>
            <a:lvl8pPr marL="1568945" marR="0" lvl="7" indent="-98060" algn="l" rtl="0">
              <a:lnSpc>
                <a:spcPct val="90000"/>
              </a:lnSpc>
              <a:spcBef>
                <a:spcPts val="214"/>
              </a:spcBef>
              <a:spcAft>
                <a:spcPts val="0"/>
              </a:spcAft>
              <a:buClr>
                <a:schemeClr val="dk1"/>
              </a:buClr>
              <a:buSzPts val="1000"/>
              <a:buFont typeface="Arial"/>
              <a:buNone/>
              <a:defRPr sz="430" b="0" i="0" u="none" strike="noStrike" cap="none">
                <a:solidFill>
                  <a:schemeClr val="dk1"/>
                </a:solidFill>
                <a:latin typeface="Calibri"/>
                <a:ea typeface="Calibri"/>
                <a:cs typeface="Calibri"/>
                <a:sym typeface="Calibri"/>
              </a:defRPr>
            </a:lvl8pPr>
            <a:lvl9pPr marL="1765063" marR="0" lvl="8" indent="-98060" algn="l" rtl="0">
              <a:lnSpc>
                <a:spcPct val="90000"/>
              </a:lnSpc>
              <a:spcBef>
                <a:spcPts val="214"/>
              </a:spcBef>
              <a:spcAft>
                <a:spcPts val="0"/>
              </a:spcAft>
              <a:buClr>
                <a:schemeClr val="dk1"/>
              </a:buClr>
              <a:buSzPts val="1000"/>
              <a:buFont typeface="Arial"/>
              <a:buNone/>
              <a:defRPr sz="430" b="0" i="0" u="none" strike="noStrike" cap="none">
                <a:solidFill>
                  <a:schemeClr val="dk1"/>
                </a:solidFill>
                <a:latin typeface="Calibri"/>
                <a:ea typeface="Calibri"/>
                <a:cs typeface="Calibri"/>
                <a:sym typeface="Calibri"/>
              </a:defRPr>
            </a:lvl9pPr>
          </a:lstStyle>
          <a:p>
            <a:pPr marL="0" indent="0">
              <a:spcBef>
                <a:spcPts val="0"/>
              </a:spcBef>
            </a:pPr>
            <a:r>
              <a:rPr lang="es-ES" sz="2000" dirty="0">
                <a:solidFill>
                  <a:schemeClr val="bg1"/>
                </a:solidFill>
              </a:rPr>
              <a:t>Operadores de comparación para consultas más complejas</a:t>
            </a:r>
          </a:p>
        </p:txBody>
      </p:sp>
      <p:sp>
        <p:nvSpPr>
          <p:cNvPr id="5" name="Google Shape;380;p24">
            <a:extLst>
              <a:ext uri="{FF2B5EF4-FFF2-40B4-BE49-F238E27FC236}">
                <a16:creationId xmlns:a16="http://schemas.microsoft.com/office/drawing/2014/main" xmlns="" id="{83A767EE-04DF-95B4-C9C1-C8AAD084B3CB}"/>
              </a:ext>
            </a:extLst>
          </p:cNvPr>
          <p:cNvSpPr txBox="1">
            <a:spLocks/>
          </p:cNvSpPr>
          <p:nvPr/>
        </p:nvSpPr>
        <p:spPr>
          <a:xfrm>
            <a:off x="359889" y="4238171"/>
            <a:ext cx="8014854" cy="1509486"/>
          </a:xfrm>
          <a:prstGeom prst="rect">
            <a:avLst/>
          </a:prstGeom>
          <a:noFill/>
          <a:ln>
            <a:noFill/>
          </a:ln>
        </p:spPr>
        <p:txBody>
          <a:bodyPr spcFirstLastPara="1" wrap="square" lIns="39215" tIns="19602" rIns="39215" bIns="19602" anchor="t" anchorCtr="0">
            <a:noAutofit/>
          </a:bodyPr>
          <a:lstStyle>
            <a:defPPr marR="0" lvl="0" algn="l" rtl="0">
              <a:lnSpc>
                <a:spcPct val="100000"/>
              </a:lnSpc>
              <a:spcBef>
                <a:spcPts val="0"/>
              </a:spcBef>
              <a:spcAft>
                <a:spcPts val="0"/>
              </a:spcAft>
            </a:defPPr>
            <a:lvl1pPr marL="196118" marR="0" lvl="0" indent="-185224" algn="l" rtl="0">
              <a:lnSpc>
                <a:spcPct val="90000"/>
              </a:lnSpc>
              <a:spcBef>
                <a:spcPts val="430"/>
              </a:spcBef>
              <a:spcAft>
                <a:spcPts val="0"/>
              </a:spcAft>
              <a:buClr>
                <a:schemeClr val="dk1"/>
              </a:buClr>
              <a:buSzPts val="3200"/>
              <a:buFont typeface="Arial"/>
              <a:buChar char="•"/>
              <a:defRPr sz="1373" b="0" i="0" u="none" strike="noStrike" cap="none">
                <a:solidFill>
                  <a:schemeClr val="dk1"/>
                </a:solidFill>
                <a:latin typeface="Calibri"/>
                <a:ea typeface="Calibri"/>
                <a:cs typeface="Calibri"/>
                <a:sym typeface="Calibri"/>
              </a:defRPr>
            </a:lvl1pPr>
            <a:lvl2pPr marL="392237" marR="0" lvl="1" indent="-174327" algn="l" rtl="0">
              <a:lnSpc>
                <a:spcPct val="90000"/>
              </a:lnSpc>
              <a:spcBef>
                <a:spcPts val="214"/>
              </a:spcBef>
              <a:spcAft>
                <a:spcPts val="0"/>
              </a:spcAft>
              <a:buClr>
                <a:schemeClr val="dk1"/>
              </a:buClr>
              <a:buSzPts val="2800"/>
              <a:buFont typeface="Arial"/>
              <a:buChar char="•"/>
              <a:defRPr sz="1201" b="0" i="0" u="none" strike="noStrike" cap="none">
                <a:solidFill>
                  <a:schemeClr val="dk1"/>
                </a:solidFill>
                <a:latin typeface="Calibri"/>
                <a:ea typeface="Calibri"/>
                <a:cs typeface="Calibri"/>
                <a:sym typeface="Calibri"/>
              </a:defRPr>
            </a:lvl2pPr>
            <a:lvl3pPr marL="588354" marR="0" lvl="2" indent="-163432" algn="l" rtl="0">
              <a:lnSpc>
                <a:spcPct val="90000"/>
              </a:lnSpc>
              <a:spcBef>
                <a:spcPts val="214"/>
              </a:spcBef>
              <a:spcAft>
                <a:spcPts val="0"/>
              </a:spcAft>
              <a:buClr>
                <a:schemeClr val="dk1"/>
              </a:buClr>
              <a:buSzPts val="2400"/>
              <a:buFont typeface="Arial"/>
              <a:buChar char="•"/>
              <a:defRPr sz="1030" b="0" i="0" u="none" strike="noStrike" cap="none">
                <a:solidFill>
                  <a:schemeClr val="dk1"/>
                </a:solidFill>
                <a:latin typeface="Calibri"/>
                <a:ea typeface="Calibri"/>
                <a:cs typeface="Calibri"/>
                <a:sym typeface="Calibri"/>
              </a:defRPr>
            </a:lvl3pPr>
            <a:lvl4pPr marL="784472" marR="0" lvl="3"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4pPr>
            <a:lvl5pPr marL="980590" marR="0" lvl="4"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5pPr>
            <a:lvl6pPr marL="1176709" marR="0" lvl="5"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6pPr>
            <a:lvl7pPr marL="1372827" marR="0" lvl="6"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7pPr>
            <a:lvl8pPr marL="1568945" marR="0" lvl="7"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8pPr>
            <a:lvl9pPr marL="1765063" marR="0" lvl="8"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9pPr>
          </a:lstStyle>
          <a:p>
            <a:pPr marL="98060" indent="-98060">
              <a:spcBef>
                <a:spcPts val="0"/>
              </a:spcBef>
              <a:buFont typeface="Arial"/>
              <a:buNone/>
            </a:pPr>
            <a:r>
              <a:rPr lang="es-ES" sz="1800" dirty="0"/>
              <a:t>Un </a:t>
            </a:r>
            <a:r>
              <a:rPr lang="es-ES" sz="1800" dirty="0" err="1"/>
              <a:t>subquery</a:t>
            </a:r>
            <a:r>
              <a:rPr lang="es-ES" sz="1800" dirty="0"/>
              <a:t> valuado en valor</a:t>
            </a:r>
          </a:p>
          <a:p>
            <a:pPr marL="98060" indent="-10895">
              <a:buFont typeface="Arial"/>
              <a:buNone/>
            </a:pPr>
            <a:endParaRPr lang="es-ES" sz="1800" dirty="0"/>
          </a:p>
          <a:p>
            <a:pPr marL="98060" indent="-98060"/>
            <a:r>
              <a:rPr lang="es-ES" sz="1800" dirty="0"/>
              <a:t>&lt;expresión&gt; [NOT]  IN (&lt;</a:t>
            </a:r>
            <a:r>
              <a:rPr lang="es-ES" sz="1800" dirty="0" err="1"/>
              <a:t>subquery</a:t>
            </a:r>
            <a:r>
              <a:rPr lang="es-ES" sz="1800" dirty="0"/>
              <a:t>&gt;)</a:t>
            </a:r>
          </a:p>
          <a:p>
            <a:pPr marL="294178" lvl="1" indent="-21791">
              <a:buFont typeface="Arial"/>
              <a:buNone/>
            </a:pPr>
            <a:endParaRPr lang="es-ES" sz="1800" dirty="0"/>
          </a:p>
          <a:p>
            <a:pPr marL="294178" lvl="1" indent="-98060"/>
            <a:r>
              <a:rPr lang="es-ES" sz="1800" dirty="0"/>
              <a:t>En este caso &lt;expresión&gt; es comparada con el conjunto que devuelve el </a:t>
            </a:r>
            <a:r>
              <a:rPr lang="es-ES" sz="1800" dirty="0" err="1"/>
              <a:t>subquery</a:t>
            </a:r>
            <a:endParaRPr lang="es-E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8" name="Google Shape;388;p25"/>
          <p:cNvSpPr txBox="1">
            <a:spLocks noGrp="1"/>
          </p:cNvSpPr>
          <p:nvPr>
            <p:ph type="body" idx="1"/>
          </p:nvPr>
        </p:nvSpPr>
        <p:spPr>
          <a:xfrm>
            <a:off x="363787" y="1136431"/>
            <a:ext cx="8257697" cy="2090420"/>
          </a:xfrm>
          <a:prstGeom prst="rect">
            <a:avLst/>
          </a:prstGeom>
          <a:noFill/>
          <a:ln>
            <a:noFill/>
          </a:ln>
        </p:spPr>
        <p:txBody>
          <a:bodyPr spcFirstLastPara="1" wrap="square" lIns="39215" tIns="19602" rIns="39215" bIns="19602" anchor="t" anchorCtr="0">
            <a:noAutofit/>
          </a:bodyPr>
          <a:lstStyle/>
          <a:p>
            <a:pPr marL="294178" lvl="1" indent="-98060">
              <a:lnSpc>
                <a:spcPct val="80000"/>
              </a:lnSpc>
              <a:spcBef>
                <a:spcPts val="0"/>
              </a:spcBef>
              <a:buSzPct val="100000"/>
              <a:buNone/>
            </a:pPr>
            <a:endParaRPr sz="1400" dirty="0"/>
          </a:p>
          <a:p>
            <a:pPr marL="98060" indent="-98073">
              <a:buSzPct val="100000"/>
            </a:pPr>
            <a:r>
              <a:rPr lang="en-US" sz="1400" dirty="0"/>
              <a:t>&lt;</a:t>
            </a:r>
            <a:r>
              <a:rPr lang="en-US" sz="1400" dirty="0" err="1"/>
              <a:t>expresión</a:t>
            </a:r>
            <a:r>
              <a:rPr lang="en-US" sz="1400" dirty="0"/>
              <a:t>&gt; &lt;</a:t>
            </a:r>
            <a:r>
              <a:rPr lang="en-US" sz="1400" dirty="0" err="1"/>
              <a:t>operador</a:t>
            </a:r>
            <a:r>
              <a:rPr lang="en-US" sz="1400" dirty="0"/>
              <a:t> de </a:t>
            </a:r>
            <a:r>
              <a:rPr lang="en-US" sz="1400" dirty="0" err="1"/>
              <a:t>comparación</a:t>
            </a:r>
            <a:r>
              <a:rPr lang="en-US" sz="1400" dirty="0"/>
              <a:t>&gt; [ANY/ALL] (&lt;subquery&gt;)</a:t>
            </a:r>
            <a:endParaRPr sz="1400" dirty="0"/>
          </a:p>
          <a:p>
            <a:pPr marL="294178" lvl="1" indent="-50391">
              <a:buSzPct val="100000"/>
              <a:buNone/>
            </a:pPr>
            <a:endParaRPr sz="1400" dirty="0"/>
          </a:p>
          <a:p>
            <a:pPr marL="294178" lvl="1" indent="-98060">
              <a:buSzPct val="100000"/>
            </a:pPr>
            <a:r>
              <a:rPr lang="en-US" sz="1400" dirty="0" err="1"/>
              <a:t>donde</a:t>
            </a:r>
            <a:r>
              <a:rPr lang="en-US" sz="1400" dirty="0"/>
              <a:t> &lt;</a:t>
            </a:r>
            <a:r>
              <a:rPr lang="en-US" sz="1400" dirty="0" err="1"/>
              <a:t>expresión</a:t>
            </a:r>
            <a:r>
              <a:rPr lang="en-US" sz="1400" dirty="0"/>
              <a:t>&gt; </a:t>
            </a:r>
            <a:r>
              <a:rPr lang="en-US" sz="1400" dirty="0" err="1"/>
              <a:t>puede</a:t>
            </a:r>
            <a:r>
              <a:rPr lang="en-US" sz="1400" dirty="0"/>
              <a:t> ser </a:t>
            </a:r>
            <a:r>
              <a:rPr lang="en-US" sz="1400" dirty="0" err="1"/>
              <a:t>una</a:t>
            </a:r>
            <a:r>
              <a:rPr lang="en-US" sz="1400" dirty="0"/>
              <a:t> </a:t>
            </a:r>
            <a:r>
              <a:rPr lang="en-US" sz="1400" dirty="0" err="1"/>
              <a:t>columna</a:t>
            </a:r>
            <a:r>
              <a:rPr lang="en-US" sz="1400" dirty="0"/>
              <a:t> o un valor </a:t>
            </a:r>
            <a:r>
              <a:rPr lang="en-US" sz="1400" dirty="0" err="1"/>
              <a:t>computado</a:t>
            </a:r>
            <a:endParaRPr sz="1400" dirty="0"/>
          </a:p>
          <a:p>
            <a:pPr marL="294178" lvl="1" indent="-50391">
              <a:buSzPct val="100000"/>
              <a:buNone/>
            </a:pPr>
            <a:endParaRPr sz="1400" dirty="0"/>
          </a:p>
          <a:p>
            <a:pPr marL="294178" lvl="1" indent="-98060">
              <a:buSzPct val="100000"/>
            </a:pPr>
            <a:r>
              <a:rPr lang="en-US" sz="1400" dirty="0"/>
              <a:t>En </a:t>
            </a:r>
            <a:r>
              <a:rPr lang="en-US" sz="1400" dirty="0" err="1"/>
              <a:t>este</a:t>
            </a:r>
            <a:r>
              <a:rPr lang="en-US" sz="1400" dirty="0"/>
              <a:t> </a:t>
            </a:r>
            <a:r>
              <a:rPr lang="en-US" sz="1400" dirty="0" err="1"/>
              <a:t>caso</a:t>
            </a:r>
            <a:r>
              <a:rPr lang="en-US" sz="1400" dirty="0"/>
              <a:t> &lt;</a:t>
            </a:r>
            <a:r>
              <a:rPr lang="en-US" sz="1400" dirty="0" err="1"/>
              <a:t>expresión</a:t>
            </a:r>
            <a:r>
              <a:rPr lang="en-US" sz="1400" dirty="0"/>
              <a:t>&gt; es </a:t>
            </a:r>
            <a:r>
              <a:rPr lang="en-US" sz="1400" dirty="0" err="1"/>
              <a:t>comparada</a:t>
            </a:r>
            <a:r>
              <a:rPr lang="en-US" sz="1400" dirty="0"/>
              <a:t> con </a:t>
            </a:r>
            <a:r>
              <a:rPr lang="en-US" sz="1400" dirty="0" err="1"/>
              <a:t>cada</a:t>
            </a:r>
            <a:r>
              <a:rPr lang="en-US" sz="1400" dirty="0"/>
              <a:t> valor </a:t>
            </a:r>
            <a:r>
              <a:rPr lang="en-US" sz="1400" dirty="0" err="1"/>
              <a:t>seleccionado</a:t>
            </a:r>
            <a:r>
              <a:rPr lang="en-US" sz="1400" dirty="0"/>
              <a:t> </a:t>
            </a:r>
            <a:r>
              <a:rPr lang="en-US" sz="1400" dirty="0" err="1"/>
              <a:t>por</a:t>
            </a:r>
            <a:r>
              <a:rPr lang="en-US" sz="1400" dirty="0"/>
              <a:t> </a:t>
            </a:r>
            <a:r>
              <a:rPr lang="en-US" sz="1400" dirty="0" err="1"/>
              <a:t>el</a:t>
            </a:r>
            <a:r>
              <a:rPr lang="en-US" sz="1400" dirty="0"/>
              <a:t> subquery</a:t>
            </a:r>
            <a:endParaRPr sz="1400" dirty="0"/>
          </a:p>
          <a:p>
            <a:pPr marL="490296" lvl="2" indent="-98060">
              <a:lnSpc>
                <a:spcPct val="80000"/>
              </a:lnSpc>
              <a:buSzPct val="100000"/>
            </a:pPr>
            <a:r>
              <a:rPr lang="en-US" sz="1400" dirty="0"/>
              <a:t>Any: </a:t>
            </a:r>
            <a:r>
              <a:rPr lang="en-US" sz="1400" dirty="0" err="1"/>
              <a:t>Evalúa</a:t>
            </a:r>
            <a:r>
              <a:rPr lang="en-US" sz="1400" dirty="0"/>
              <a:t> </a:t>
            </a:r>
            <a:r>
              <a:rPr lang="en-US" sz="1400" dirty="0" err="1"/>
              <a:t>verdadero</a:t>
            </a:r>
            <a:r>
              <a:rPr lang="en-US" sz="1400" dirty="0"/>
              <a:t> </a:t>
            </a:r>
            <a:r>
              <a:rPr lang="en-US" sz="1400" dirty="0" err="1"/>
              <a:t>si</a:t>
            </a:r>
            <a:r>
              <a:rPr lang="en-US" sz="1400" dirty="0"/>
              <a:t> </a:t>
            </a:r>
            <a:r>
              <a:rPr lang="en-US" sz="1400" dirty="0" err="1"/>
              <a:t>existe</a:t>
            </a:r>
            <a:r>
              <a:rPr lang="en-US" sz="1400" dirty="0"/>
              <a:t> al </a:t>
            </a:r>
            <a:r>
              <a:rPr lang="en-US" sz="1400" dirty="0" err="1"/>
              <a:t>menos</a:t>
            </a:r>
            <a:r>
              <a:rPr lang="en-US" sz="1400" dirty="0"/>
              <a:t> </a:t>
            </a:r>
            <a:r>
              <a:rPr lang="en-US" sz="1400" dirty="0" err="1"/>
              <a:t>una</a:t>
            </a:r>
            <a:r>
              <a:rPr lang="en-US" sz="1400" dirty="0"/>
              <a:t> </a:t>
            </a:r>
            <a:r>
              <a:rPr lang="en-US" sz="1400" dirty="0" err="1"/>
              <a:t>tupla</a:t>
            </a:r>
            <a:r>
              <a:rPr lang="en-US" sz="1400" dirty="0"/>
              <a:t> </a:t>
            </a:r>
            <a:r>
              <a:rPr lang="en-US" sz="1400" dirty="0" err="1"/>
              <a:t>seleccionada</a:t>
            </a:r>
            <a:r>
              <a:rPr lang="en-US" sz="1400" dirty="0"/>
              <a:t> </a:t>
            </a:r>
            <a:r>
              <a:rPr lang="en-US" sz="1400" dirty="0" err="1"/>
              <a:t>en</a:t>
            </a:r>
            <a:r>
              <a:rPr lang="en-US" sz="1400" dirty="0"/>
              <a:t> </a:t>
            </a:r>
            <a:r>
              <a:rPr lang="en-US" sz="1400" dirty="0" err="1"/>
              <a:t>el</a:t>
            </a:r>
            <a:r>
              <a:rPr lang="en-US" sz="1400" dirty="0"/>
              <a:t> subquery que </a:t>
            </a:r>
            <a:r>
              <a:rPr lang="en-US" sz="1400" dirty="0" err="1"/>
              <a:t>satisfaga</a:t>
            </a:r>
            <a:r>
              <a:rPr lang="en-US" sz="1400" dirty="0"/>
              <a:t> la </a:t>
            </a:r>
            <a:r>
              <a:rPr lang="en-US" sz="1400" dirty="0" err="1"/>
              <a:t>condición</a:t>
            </a:r>
            <a:r>
              <a:rPr lang="en-US" sz="1400" dirty="0"/>
              <a:t>. Si </a:t>
            </a:r>
            <a:r>
              <a:rPr lang="en-US" sz="1400" dirty="0" err="1"/>
              <a:t>el</a:t>
            </a:r>
            <a:r>
              <a:rPr lang="en-US" sz="1400" dirty="0"/>
              <a:t> subquery da </a:t>
            </a:r>
            <a:r>
              <a:rPr lang="en-US" sz="1400" dirty="0" err="1"/>
              <a:t>vacío</a:t>
            </a:r>
            <a:r>
              <a:rPr lang="en-US" sz="1400" dirty="0"/>
              <a:t>, la </a:t>
            </a:r>
            <a:r>
              <a:rPr lang="en-US" sz="1400" dirty="0" err="1"/>
              <a:t>condición</a:t>
            </a:r>
            <a:r>
              <a:rPr lang="en-US" sz="1400" dirty="0"/>
              <a:t> es falsa.</a:t>
            </a:r>
            <a:endParaRPr sz="1400" dirty="0"/>
          </a:p>
          <a:p>
            <a:pPr marL="490296" lvl="2" indent="-52108">
              <a:lnSpc>
                <a:spcPct val="80000"/>
              </a:lnSpc>
              <a:buSzPct val="100000"/>
              <a:buNone/>
            </a:pPr>
            <a:endParaRPr sz="1400" dirty="0"/>
          </a:p>
          <a:p>
            <a:pPr marL="490296" lvl="2" indent="-98073">
              <a:lnSpc>
                <a:spcPct val="80000"/>
              </a:lnSpc>
              <a:buSzPct val="100000"/>
            </a:pPr>
            <a:r>
              <a:rPr lang="en-US" sz="1400" dirty="0"/>
              <a:t>All: </a:t>
            </a:r>
            <a:r>
              <a:rPr lang="en-US" sz="1400" dirty="0" err="1"/>
              <a:t>Evalúa</a:t>
            </a:r>
            <a:r>
              <a:rPr lang="en-US" sz="1400" dirty="0"/>
              <a:t> </a:t>
            </a:r>
            <a:r>
              <a:rPr lang="en-US" sz="1400" dirty="0" err="1"/>
              <a:t>verdadero</a:t>
            </a:r>
            <a:r>
              <a:rPr lang="en-US" sz="1400" dirty="0"/>
              <a:t> </a:t>
            </a:r>
            <a:r>
              <a:rPr lang="en-US" sz="1400" dirty="0" err="1"/>
              <a:t>si</a:t>
            </a:r>
            <a:r>
              <a:rPr lang="en-US" sz="1400" dirty="0"/>
              <a:t> </a:t>
            </a:r>
            <a:r>
              <a:rPr lang="en-US" sz="1400" dirty="0" err="1"/>
              <a:t>todas</a:t>
            </a:r>
            <a:r>
              <a:rPr lang="en-US" sz="1400" dirty="0"/>
              <a:t> las </a:t>
            </a:r>
            <a:r>
              <a:rPr lang="en-US" sz="1400" dirty="0" err="1"/>
              <a:t>tuplas</a:t>
            </a:r>
            <a:r>
              <a:rPr lang="en-US" sz="1400" dirty="0"/>
              <a:t> </a:t>
            </a:r>
            <a:r>
              <a:rPr lang="en-US" sz="1400" dirty="0" err="1"/>
              <a:t>seleccionadas</a:t>
            </a:r>
            <a:r>
              <a:rPr lang="en-US" sz="1400" dirty="0"/>
              <a:t> </a:t>
            </a:r>
            <a:r>
              <a:rPr lang="en-US" sz="1400" dirty="0" err="1"/>
              <a:t>por</a:t>
            </a:r>
            <a:r>
              <a:rPr lang="en-US" sz="1400" dirty="0"/>
              <a:t> </a:t>
            </a:r>
            <a:r>
              <a:rPr lang="en-US" sz="1400" dirty="0" err="1"/>
              <a:t>el</a:t>
            </a:r>
            <a:r>
              <a:rPr lang="en-US" sz="1400" dirty="0"/>
              <a:t> subquery </a:t>
            </a:r>
            <a:r>
              <a:rPr lang="en-US" sz="1400" dirty="0" err="1"/>
              <a:t>satisfacen</a:t>
            </a:r>
            <a:r>
              <a:rPr lang="en-US" sz="1400" dirty="0"/>
              <a:t> la </a:t>
            </a:r>
            <a:r>
              <a:rPr lang="en-US" sz="1400" dirty="0" err="1"/>
              <a:t>comparación</a:t>
            </a:r>
            <a:r>
              <a:rPr lang="en-US" sz="1400" dirty="0"/>
              <a:t>. Si </a:t>
            </a:r>
            <a:r>
              <a:rPr lang="en-US" sz="1400" dirty="0" err="1"/>
              <a:t>el</a:t>
            </a:r>
            <a:r>
              <a:rPr lang="en-US" sz="1400" dirty="0"/>
              <a:t> subquery es </a:t>
            </a:r>
            <a:r>
              <a:rPr lang="en-US" sz="1400" dirty="0" err="1"/>
              <a:t>vacío</a:t>
            </a:r>
            <a:r>
              <a:rPr lang="en-US" sz="1400" dirty="0"/>
              <a:t>, la </a:t>
            </a:r>
            <a:r>
              <a:rPr lang="en-US" sz="1400" dirty="0" err="1"/>
              <a:t>condición</a:t>
            </a:r>
            <a:r>
              <a:rPr lang="en-US" sz="1400" dirty="0"/>
              <a:t> es </a:t>
            </a:r>
            <a:r>
              <a:rPr lang="en-US" sz="1400" dirty="0" err="1"/>
              <a:t>verdadera</a:t>
            </a:r>
            <a:r>
              <a:rPr lang="en-US" sz="1400" dirty="0"/>
              <a:t>.</a:t>
            </a:r>
            <a:endParaRPr sz="1400" dirty="0"/>
          </a:p>
        </p:txBody>
      </p:sp>
      <p:sp>
        <p:nvSpPr>
          <p:cNvPr id="389" name="Google Shape;389;p25"/>
          <p:cNvSpPr txBox="1">
            <a:spLocks noGrp="1"/>
          </p:cNvSpPr>
          <p:nvPr>
            <p:ph type="body" idx="2"/>
          </p:nvPr>
        </p:nvSpPr>
        <p:spPr>
          <a:xfrm>
            <a:off x="363788" y="781657"/>
            <a:ext cx="8257697" cy="306914"/>
          </a:xfrm>
          <a:prstGeom prst="rect">
            <a:avLst/>
          </a:prstGeom>
          <a:solidFill>
            <a:srgbClr val="0070C0"/>
          </a:solidFill>
          <a:ln>
            <a:noFill/>
          </a:ln>
        </p:spPr>
        <p:txBody>
          <a:bodyPr spcFirstLastPara="1" wrap="square" lIns="39215" tIns="19602" rIns="39215" bIns="19602" anchor="t" anchorCtr="0">
            <a:noAutofit/>
          </a:bodyPr>
          <a:lstStyle/>
          <a:p>
            <a:pPr marL="0" indent="0">
              <a:spcBef>
                <a:spcPts val="0"/>
              </a:spcBef>
            </a:pPr>
            <a:r>
              <a:rPr lang="en-US" sz="1800" dirty="0" err="1">
                <a:solidFill>
                  <a:schemeClr val="bg1"/>
                </a:solidFill>
              </a:rPr>
              <a:t>Operadores</a:t>
            </a:r>
            <a:r>
              <a:rPr lang="en-US" sz="1800" dirty="0">
                <a:solidFill>
                  <a:schemeClr val="bg1"/>
                </a:solidFill>
              </a:rPr>
              <a:t> de </a:t>
            </a:r>
            <a:r>
              <a:rPr lang="en-US" sz="1800" dirty="0" err="1">
                <a:solidFill>
                  <a:schemeClr val="bg1"/>
                </a:solidFill>
              </a:rPr>
              <a:t>comparación</a:t>
            </a:r>
            <a:r>
              <a:rPr lang="en-US" sz="1800" dirty="0">
                <a:solidFill>
                  <a:schemeClr val="bg1"/>
                </a:solidFill>
              </a:rPr>
              <a:t> para </a:t>
            </a:r>
            <a:r>
              <a:rPr lang="en-US" sz="1800" dirty="0" err="1">
                <a:solidFill>
                  <a:schemeClr val="bg1"/>
                </a:solidFill>
              </a:rPr>
              <a:t>consultas</a:t>
            </a:r>
            <a:r>
              <a:rPr lang="en-US" sz="1800" dirty="0">
                <a:solidFill>
                  <a:schemeClr val="bg1"/>
                </a:solidFill>
              </a:rPr>
              <a:t> </a:t>
            </a:r>
            <a:r>
              <a:rPr lang="en-US" sz="1800" dirty="0" err="1">
                <a:solidFill>
                  <a:schemeClr val="bg1"/>
                </a:solidFill>
              </a:rPr>
              <a:t>más</a:t>
            </a:r>
            <a:r>
              <a:rPr lang="en-US" sz="1800" dirty="0">
                <a:solidFill>
                  <a:schemeClr val="bg1"/>
                </a:solidFill>
              </a:rPr>
              <a:t> </a:t>
            </a:r>
            <a:r>
              <a:rPr lang="en-US" sz="1800" dirty="0" err="1">
                <a:solidFill>
                  <a:schemeClr val="bg1"/>
                </a:solidFill>
              </a:rPr>
              <a:t>complejas</a:t>
            </a:r>
            <a:endParaRPr sz="1800" dirty="0">
              <a:solidFill>
                <a:schemeClr val="bg1"/>
              </a:solidFill>
            </a:endParaRPr>
          </a:p>
        </p:txBody>
      </p:sp>
      <p:sp>
        <p:nvSpPr>
          <p:cNvPr id="390" name="Google Shape;390;p25"/>
          <p:cNvSpPr txBox="1">
            <a:spLocks noGrp="1"/>
          </p:cNvSpPr>
          <p:nvPr>
            <p:ph type="sldNum" idx="12"/>
          </p:nvPr>
        </p:nvSpPr>
        <p:spPr>
          <a:xfrm>
            <a:off x="5272982" y="4603653"/>
            <a:ext cx="882471" cy="156611"/>
          </a:xfrm>
          <a:prstGeom prst="rect">
            <a:avLst/>
          </a:prstGeom>
          <a:noFill/>
          <a:ln>
            <a:noFill/>
          </a:ln>
        </p:spPr>
        <p:txBody>
          <a:bodyPr spcFirstLastPara="1" wrap="square" lIns="39215" tIns="19602" rIns="39215" bIns="19602" anchor="ctr" anchorCtr="0">
            <a:normAutofit/>
          </a:bodyPr>
          <a:lstStyle/>
          <a:p>
            <a:fld id="{00000000-1234-1234-1234-123412341234}" type="slidenum">
              <a:rPr lang="en-US"/>
              <a:pPr/>
              <a:t>11</a:t>
            </a:fld>
            <a:endParaRPr/>
          </a:p>
        </p:txBody>
      </p:sp>
      <p:sp>
        <p:nvSpPr>
          <p:cNvPr id="5" name="Google Shape;396;p26">
            <a:extLst>
              <a:ext uri="{FF2B5EF4-FFF2-40B4-BE49-F238E27FC236}">
                <a16:creationId xmlns:a16="http://schemas.microsoft.com/office/drawing/2014/main" xmlns="" id="{EEFA110D-2C7D-EC76-7505-E461A80CFD1C}"/>
              </a:ext>
            </a:extLst>
          </p:cNvPr>
          <p:cNvSpPr txBox="1">
            <a:spLocks/>
          </p:cNvSpPr>
          <p:nvPr/>
        </p:nvSpPr>
        <p:spPr>
          <a:xfrm>
            <a:off x="523446" y="3685785"/>
            <a:ext cx="7488441" cy="2090420"/>
          </a:xfrm>
          <a:prstGeom prst="rect">
            <a:avLst/>
          </a:prstGeom>
          <a:solidFill>
            <a:schemeClr val="accent6">
              <a:lumMod val="20000"/>
              <a:lumOff val="80000"/>
            </a:schemeClr>
          </a:solidFill>
          <a:ln>
            <a:noFill/>
          </a:ln>
        </p:spPr>
        <p:txBody>
          <a:bodyPr spcFirstLastPara="1" wrap="square" lIns="39215" tIns="19602" rIns="39215" bIns="19602" anchor="t" anchorCtr="0">
            <a:noAutofit/>
          </a:bodyPr>
          <a:lstStyle>
            <a:defPPr marR="0" lvl="0" algn="l" rtl="0">
              <a:lnSpc>
                <a:spcPct val="100000"/>
              </a:lnSpc>
              <a:spcBef>
                <a:spcPts val="0"/>
              </a:spcBef>
              <a:spcAft>
                <a:spcPts val="0"/>
              </a:spcAft>
            </a:defPPr>
            <a:lvl1pPr marL="196118" marR="0" lvl="0" indent="-185224" algn="l" rtl="0">
              <a:lnSpc>
                <a:spcPct val="90000"/>
              </a:lnSpc>
              <a:spcBef>
                <a:spcPts val="430"/>
              </a:spcBef>
              <a:spcAft>
                <a:spcPts val="0"/>
              </a:spcAft>
              <a:buClr>
                <a:schemeClr val="dk1"/>
              </a:buClr>
              <a:buSzPts val="3200"/>
              <a:buFont typeface="Arial"/>
              <a:buChar char="•"/>
              <a:defRPr sz="1373" b="0" i="0" u="none" strike="noStrike" cap="none">
                <a:solidFill>
                  <a:schemeClr val="dk1"/>
                </a:solidFill>
                <a:latin typeface="Calibri"/>
                <a:ea typeface="Calibri"/>
                <a:cs typeface="Calibri"/>
                <a:sym typeface="Calibri"/>
              </a:defRPr>
            </a:lvl1pPr>
            <a:lvl2pPr marL="392237" marR="0" lvl="1" indent="-174327" algn="l" rtl="0">
              <a:lnSpc>
                <a:spcPct val="90000"/>
              </a:lnSpc>
              <a:spcBef>
                <a:spcPts val="214"/>
              </a:spcBef>
              <a:spcAft>
                <a:spcPts val="0"/>
              </a:spcAft>
              <a:buClr>
                <a:schemeClr val="dk1"/>
              </a:buClr>
              <a:buSzPts val="2800"/>
              <a:buFont typeface="Arial"/>
              <a:buChar char="•"/>
              <a:defRPr sz="1201" b="0" i="0" u="none" strike="noStrike" cap="none">
                <a:solidFill>
                  <a:schemeClr val="dk1"/>
                </a:solidFill>
                <a:latin typeface="Calibri"/>
                <a:ea typeface="Calibri"/>
                <a:cs typeface="Calibri"/>
                <a:sym typeface="Calibri"/>
              </a:defRPr>
            </a:lvl2pPr>
            <a:lvl3pPr marL="588354" marR="0" lvl="2" indent="-163432" algn="l" rtl="0">
              <a:lnSpc>
                <a:spcPct val="90000"/>
              </a:lnSpc>
              <a:spcBef>
                <a:spcPts val="214"/>
              </a:spcBef>
              <a:spcAft>
                <a:spcPts val="0"/>
              </a:spcAft>
              <a:buClr>
                <a:schemeClr val="dk1"/>
              </a:buClr>
              <a:buSzPts val="2400"/>
              <a:buFont typeface="Arial"/>
              <a:buChar char="•"/>
              <a:defRPr sz="1030" b="0" i="0" u="none" strike="noStrike" cap="none">
                <a:solidFill>
                  <a:schemeClr val="dk1"/>
                </a:solidFill>
                <a:latin typeface="Calibri"/>
                <a:ea typeface="Calibri"/>
                <a:cs typeface="Calibri"/>
                <a:sym typeface="Calibri"/>
              </a:defRPr>
            </a:lvl3pPr>
            <a:lvl4pPr marL="784472" marR="0" lvl="3"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4pPr>
            <a:lvl5pPr marL="980590" marR="0" lvl="4"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5pPr>
            <a:lvl6pPr marL="1176709" marR="0" lvl="5"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6pPr>
            <a:lvl7pPr marL="1372827" marR="0" lvl="6"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7pPr>
            <a:lvl8pPr marL="1568945" marR="0" lvl="7"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8pPr>
            <a:lvl9pPr marL="1765063" marR="0" lvl="8"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9pPr>
          </a:lstStyle>
          <a:p>
            <a:pPr marL="98060" indent="-98060">
              <a:spcBef>
                <a:spcPts val="0"/>
              </a:spcBef>
              <a:buClr>
                <a:srgbClr val="CCAF0A"/>
              </a:buClr>
              <a:buSzPct val="100000"/>
              <a:buFont typeface="Arial"/>
              <a:buNone/>
            </a:pPr>
            <a:r>
              <a:rPr lang="es-ES" sz="1400" dirty="0">
                <a:solidFill>
                  <a:srgbClr val="000000"/>
                </a:solidFill>
              </a:rPr>
              <a:t>Mostrar todos los empleados que trabajan en el </a:t>
            </a:r>
            <a:r>
              <a:rPr lang="es-ES" sz="1400" dirty="0" err="1">
                <a:solidFill>
                  <a:srgbClr val="000000"/>
                </a:solidFill>
              </a:rPr>
              <a:t>depto</a:t>
            </a:r>
            <a:r>
              <a:rPr lang="es-ES" sz="1400" dirty="0">
                <a:solidFill>
                  <a:srgbClr val="000000"/>
                </a:solidFill>
              </a:rPr>
              <a:t> 10 y que ganan al menos tanto como algún empleado del departamento 30</a:t>
            </a:r>
            <a:endParaRPr lang="es-ES" sz="1400" dirty="0"/>
          </a:p>
          <a:p>
            <a:pPr marL="98060" indent="-98060">
              <a:buClr>
                <a:srgbClr val="CCAF0A"/>
              </a:buClr>
              <a:buSzPct val="100000"/>
              <a:buFont typeface="Arial"/>
              <a:buNone/>
            </a:pPr>
            <a:endParaRPr lang="es-ES" sz="1400" dirty="0">
              <a:solidFill>
                <a:srgbClr val="000000"/>
              </a:solidFill>
            </a:endParaRPr>
          </a:p>
          <a:p>
            <a:pPr marL="294178" lvl="1" indent="-98060">
              <a:buClr>
                <a:srgbClr val="CCAF0A"/>
              </a:buClr>
              <a:buSzPct val="100000"/>
              <a:buFont typeface="Arial"/>
              <a:buNone/>
            </a:pPr>
            <a:r>
              <a:rPr lang="es-ES" sz="1400" dirty="0">
                <a:solidFill>
                  <a:srgbClr val="000000"/>
                </a:solidFill>
              </a:rPr>
              <a:t>SELECT *</a:t>
            </a:r>
            <a:endParaRPr lang="es-ES" sz="1400" dirty="0"/>
          </a:p>
          <a:p>
            <a:pPr marL="294178" lvl="1" indent="-98060">
              <a:buClr>
                <a:srgbClr val="CCAF0A"/>
              </a:buClr>
              <a:buSzPct val="100000"/>
              <a:buFont typeface="Arial"/>
              <a:buNone/>
            </a:pPr>
            <a:r>
              <a:rPr lang="es-ES" sz="1400" dirty="0">
                <a:solidFill>
                  <a:srgbClr val="000000"/>
                </a:solidFill>
              </a:rPr>
              <a:t>FROM </a:t>
            </a:r>
            <a:r>
              <a:rPr lang="es-ES" sz="1400" dirty="0" err="1">
                <a:solidFill>
                  <a:srgbClr val="000000"/>
                </a:solidFill>
              </a:rPr>
              <a:t>scott.emp</a:t>
            </a:r>
            <a:endParaRPr lang="es-ES" sz="1400" dirty="0"/>
          </a:p>
          <a:p>
            <a:pPr marL="294178" lvl="1" indent="-98060">
              <a:buClr>
                <a:srgbClr val="CCAF0A"/>
              </a:buClr>
              <a:buSzPct val="100000"/>
              <a:buFont typeface="Arial"/>
              <a:buNone/>
            </a:pPr>
            <a:r>
              <a:rPr lang="es-ES" sz="1400" dirty="0">
                <a:solidFill>
                  <a:srgbClr val="000000"/>
                </a:solidFill>
              </a:rPr>
              <a:t>WHERE </a:t>
            </a:r>
            <a:r>
              <a:rPr lang="es-ES" sz="1400" dirty="0" err="1">
                <a:solidFill>
                  <a:srgbClr val="000000"/>
                </a:solidFill>
              </a:rPr>
              <a:t>deptno</a:t>
            </a:r>
            <a:r>
              <a:rPr lang="es-ES" sz="1400" dirty="0">
                <a:solidFill>
                  <a:srgbClr val="000000"/>
                </a:solidFill>
              </a:rPr>
              <a:t>=10 </a:t>
            </a:r>
            <a:endParaRPr lang="es-ES" sz="1400" dirty="0"/>
          </a:p>
          <a:p>
            <a:pPr marL="294178" lvl="1" indent="-98060">
              <a:buClr>
                <a:srgbClr val="CCAF0A"/>
              </a:buClr>
              <a:buSzPct val="100000"/>
              <a:buFont typeface="Arial"/>
              <a:buNone/>
            </a:pPr>
            <a:r>
              <a:rPr lang="es-ES" sz="1400" dirty="0">
                <a:solidFill>
                  <a:srgbClr val="000000"/>
                </a:solidFill>
              </a:rPr>
              <a:t>and sal &gt;= </a:t>
            </a:r>
            <a:r>
              <a:rPr lang="es-ES" sz="1400" dirty="0" err="1">
                <a:solidFill>
                  <a:srgbClr val="000000"/>
                </a:solidFill>
              </a:rPr>
              <a:t>any</a:t>
            </a:r>
            <a:r>
              <a:rPr lang="es-ES" sz="1400" dirty="0">
                <a:solidFill>
                  <a:srgbClr val="000000"/>
                </a:solidFill>
              </a:rPr>
              <a:t> </a:t>
            </a:r>
            <a:endParaRPr lang="es-ES" sz="1400" dirty="0"/>
          </a:p>
          <a:p>
            <a:pPr marL="294178" lvl="1" indent="-98060">
              <a:buClr>
                <a:srgbClr val="CCAF0A"/>
              </a:buClr>
              <a:buSzPct val="100000"/>
              <a:buFont typeface="Arial"/>
              <a:buNone/>
            </a:pPr>
            <a:r>
              <a:rPr lang="es-ES" sz="1400" dirty="0">
                <a:solidFill>
                  <a:srgbClr val="000000"/>
                </a:solidFill>
              </a:rPr>
              <a:t>	(SELECT sal</a:t>
            </a:r>
          </a:p>
          <a:p>
            <a:pPr marL="294178" lvl="1" indent="-98060">
              <a:buClr>
                <a:srgbClr val="CCAF0A"/>
              </a:buClr>
              <a:buSzPct val="100000"/>
              <a:buFont typeface="Arial"/>
              <a:buNone/>
            </a:pPr>
            <a:r>
              <a:rPr lang="es-ES" sz="1400" dirty="0">
                <a:solidFill>
                  <a:srgbClr val="000000"/>
                </a:solidFill>
              </a:rPr>
              <a:t>	 FROM </a:t>
            </a:r>
            <a:r>
              <a:rPr lang="es-ES" sz="1400" dirty="0" err="1">
                <a:solidFill>
                  <a:srgbClr val="000000"/>
                </a:solidFill>
              </a:rPr>
              <a:t>scott.emp</a:t>
            </a:r>
            <a:endParaRPr lang="es-ES" sz="1400" dirty="0"/>
          </a:p>
          <a:p>
            <a:pPr marL="294178" lvl="1" indent="-98060">
              <a:buClr>
                <a:srgbClr val="CCAF0A"/>
              </a:buClr>
              <a:buSzPct val="100000"/>
              <a:buFont typeface="Arial"/>
              <a:buNone/>
            </a:pPr>
            <a:r>
              <a:rPr lang="es-ES" sz="1400" dirty="0">
                <a:solidFill>
                  <a:srgbClr val="000000"/>
                </a:solidFill>
              </a:rPr>
              <a:t>	 WHERE </a:t>
            </a:r>
            <a:r>
              <a:rPr lang="es-ES" sz="1400" dirty="0" err="1">
                <a:solidFill>
                  <a:srgbClr val="000000"/>
                </a:solidFill>
              </a:rPr>
              <a:t>deptno</a:t>
            </a:r>
            <a:r>
              <a:rPr lang="es-ES" sz="1400" dirty="0">
                <a:solidFill>
                  <a:srgbClr val="000000"/>
                </a:solidFill>
              </a:rPr>
              <a:t>=30);</a:t>
            </a:r>
            <a:endParaRPr lang="es-ES" sz="1400" dirty="0"/>
          </a:p>
          <a:p>
            <a:pPr marL="98060" indent="-98060">
              <a:buClr>
                <a:srgbClr val="CCAF0A"/>
              </a:buClr>
              <a:buSzPct val="100000"/>
              <a:buFont typeface="Arial"/>
              <a:buNone/>
            </a:pPr>
            <a:endParaRPr lang="es-ES" sz="1400" dirty="0">
              <a:solidFill>
                <a:srgbClr val="000000"/>
              </a:solidFill>
            </a:endParaRPr>
          </a:p>
          <a:p>
            <a:pPr marL="98060" indent="-17432">
              <a:buSzPct val="100000"/>
              <a:buFont typeface="Arial"/>
              <a:buNone/>
            </a:pPr>
            <a:endParaRPr lang="es-E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29"/>
          <p:cNvSpPr txBox="1">
            <a:spLocks noGrp="1"/>
          </p:cNvSpPr>
          <p:nvPr>
            <p:ph type="title"/>
          </p:nvPr>
        </p:nvSpPr>
        <p:spPr>
          <a:xfrm>
            <a:off x="334760" y="783771"/>
            <a:ext cx="1264976" cy="277781"/>
          </a:xfrm>
          <a:prstGeom prst="rect">
            <a:avLst/>
          </a:prstGeom>
          <a:noFill/>
          <a:ln>
            <a:noFill/>
          </a:ln>
        </p:spPr>
        <p:txBody>
          <a:bodyPr spcFirstLastPara="1" wrap="square" lIns="39215" tIns="19602" rIns="39215" bIns="19602" anchor="b" anchorCtr="0">
            <a:noAutofit/>
          </a:bodyPr>
          <a:lstStyle/>
          <a:p>
            <a:r>
              <a:rPr lang="en-US" sz="1800" b="1" dirty="0"/>
              <a:t> DML</a:t>
            </a:r>
            <a:endParaRPr sz="1800" b="1" dirty="0"/>
          </a:p>
        </p:txBody>
      </p:sp>
      <p:sp>
        <p:nvSpPr>
          <p:cNvPr id="422" name="Google Shape;422;p29"/>
          <p:cNvSpPr txBox="1">
            <a:spLocks noGrp="1"/>
          </p:cNvSpPr>
          <p:nvPr>
            <p:ph type="body" idx="1"/>
          </p:nvPr>
        </p:nvSpPr>
        <p:spPr>
          <a:xfrm>
            <a:off x="306173" y="1061552"/>
            <a:ext cx="8315754" cy="2090420"/>
          </a:xfrm>
          <a:prstGeom prst="rect">
            <a:avLst/>
          </a:prstGeom>
          <a:noFill/>
          <a:ln>
            <a:noFill/>
          </a:ln>
        </p:spPr>
        <p:txBody>
          <a:bodyPr spcFirstLastPara="1" wrap="square" lIns="39215" tIns="19602" rIns="39215" bIns="19602" anchor="t" anchorCtr="0">
            <a:normAutofit/>
          </a:bodyPr>
          <a:lstStyle/>
          <a:p>
            <a:pPr marL="98060" indent="-98060">
              <a:spcBef>
                <a:spcPts val="0"/>
              </a:spcBef>
              <a:buClr>
                <a:srgbClr val="CCAF0A"/>
              </a:buClr>
              <a:buSzPct val="100000"/>
              <a:buNone/>
            </a:pPr>
            <a:r>
              <a:rPr lang="en-US" sz="1400" dirty="0">
                <a:solidFill>
                  <a:srgbClr val="000000"/>
                </a:solidFill>
              </a:rPr>
              <a:t>Un subquery para test de </a:t>
            </a:r>
            <a:r>
              <a:rPr lang="en-US" sz="1400" dirty="0" err="1">
                <a:solidFill>
                  <a:srgbClr val="000000"/>
                </a:solidFill>
              </a:rPr>
              <a:t>existencia</a:t>
            </a:r>
            <a:endParaRPr sz="1400" dirty="0"/>
          </a:p>
          <a:p>
            <a:pPr marL="98060" indent="-98060">
              <a:buClr>
                <a:srgbClr val="CCAF0A"/>
              </a:buClr>
              <a:buSzPct val="100000"/>
              <a:buNone/>
            </a:pPr>
            <a:r>
              <a:rPr lang="en-US" sz="1400" dirty="0">
                <a:solidFill>
                  <a:srgbClr val="000000"/>
                </a:solidFill>
              </a:rPr>
              <a:t>&lt;NOT&gt; EXISTS (&lt;subquery&gt;)</a:t>
            </a:r>
            <a:endParaRPr sz="1400" dirty="0"/>
          </a:p>
          <a:p>
            <a:pPr marL="98060" indent="-98060">
              <a:buClr>
                <a:srgbClr val="CCAF0A"/>
              </a:buClr>
              <a:buSzPct val="100000"/>
              <a:buNone/>
            </a:pPr>
            <a:endParaRPr sz="1400" dirty="0">
              <a:solidFill>
                <a:srgbClr val="000000"/>
              </a:solidFill>
            </a:endParaRPr>
          </a:p>
          <a:p>
            <a:pPr marL="98060" indent="-98060">
              <a:buClr>
                <a:srgbClr val="CCAF0A"/>
              </a:buClr>
              <a:buSzPct val="100000"/>
              <a:buNone/>
            </a:pPr>
            <a:r>
              <a:rPr lang="en-US" sz="1400" dirty="0">
                <a:solidFill>
                  <a:srgbClr val="000000"/>
                </a:solidFill>
              </a:rPr>
              <a:t>En </a:t>
            </a:r>
            <a:r>
              <a:rPr lang="en-US" sz="1400" dirty="0" err="1">
                <a:solidFill>
                  <a:srgbClr val="000000"/>
                </a:solidFill>
              </a:rPr>
              <a:t>este</a:t>
            </a:r>
            <a:r>
              <a:rPr lang="en-US" sz="1400" dirty="0">
                <a:solidFill>
                  <a:srgbClr val="000000"/>
                </a:solidFill>
              </a:rPr>
              <a:t> </a:t>
            </a:r>
            <a:r>
              <a:rPr lang="en-US" sz="1400" dirty="0" err="1">
                <a:solidFill>
                  <a:srgbClr val="000000"/>
                </a:solidFill>
              </a:rPr>
              <a:t>caso</a:t>
            </a:r>
            <a:r>
              <a:rPr lang="en-US" sz="1400" dirty="0">
                <a:solidFill>
                  <a:srgbClr val="000000"/>
                </a:solidFill>
              </a:rPr>
              <a:t>:</a:t>
            </a:r>
            <a:endParaRPr sz="1400" dirty="0"/>
          </a:p>
          <a:p>
            <a:pPr marL="98060" indent="-98060">
              <a:buClr>
                <a:srgbClr val="CCAF0A"/>
              </a:buClr>
              <a:buSzPct val="100000"/>
            </a:pPr>
            <a:r>
              <a:rPr lang="en-US" sz="1400" dirty="0">
                <a:solidFill>
                  <a:srgbClr val="000000"/>
                </a:solidFill>
              </a:rPr>
              <a:t>Exists: </a:t>
            </a:r>
            <a:r>
              <a:rPr lang="en-US" sz="1400" dirty="0" err="1">
                <a:solidFill>
                  <a:srgbClr val="000000"/>
                </a:solidFill>
              </a:rPr>
              <a:t>Evalúa</a:t>
            </a:r>
            <a:r>
              <a:rPr lang="en-US" sz="1400" dirty="0">
                <a:solidFill>
                  <a:srgbClr val="000000"/>
                </a:solidFill>
              </a:rPr>
              <a:t> </a:t>
            </a:r>
            <a:r>
              <a:rPr lang="en-US" sz="1400" dirty="0" err="1">
                <a:solidFill>
                  <a:srgbClr val="000000"/>
                </a:solidFill>
              </a:rPr>
              <a:t>verdadero</a:t>
            </a:r>
            <a:r>
              <a:rPr lang="en-US" sz="1400" dirty="0">
                <a:solidFill>
                  <a:srgbClr val="000000"/>
                </a:solidFill>
              </a:rPr>
              <a:t> </a:t>
            </a:r>
            <a:r>
              <a:rPr lang="en-US" sz="1400" dirty="0" err="1">
                <a:solidFill>
                  <a:srgbClr val="000000"/>
                </a:solidFill>
              </a:rPr>
              <a:t>si</a:t>
            </a:r>
            <a:r>
              <a:rPr lang="en-US" sz="1400" dirty="0">
                <a:solidFill>
                  <a:srgbClr val="000000"/>
                </a:solidFill>
              </a:rPr>
              <a:t> </a:t>
            </a:r>
            <a:r>
              <a:rPr lang="en-US" sz="1400" dirty="0" err="1">
                <a:solidFill>
                  <a:srgbClr val="000000"/>
                </a:solidFill>
              </a:rPr>
              <a:t>el</a:t>
            </a:r>
            <a:r>
              <a:rPr lang="en-US" sz="1400" dirty="0">
                <a:solidFill>
                  <a:srgbClr val="000000"/>
                </a:solidFill>
              </a:rPr>
              <a:t> subquery </a:t>
            </a:r>
            <a:r>
              <a:rPr lang="en-US" sz="1400" dirty="0" err="1">
                <a:solidFill>
                  <a:srgbClr val="000000"/>
                </a:solidFill>
              </a:rPr>
              <a:t>devuelve</a:t>
            </a:r>
            <a:r>
              <a:rPr lang="en-US" sz="1400" dirty="0">
                <a:solidFill>
                  <a:srgbClr val="000000"/>
                </a:solidFill>
              </a:rPr>
              <a:t> </a:t>
            </a:r>
            <a:r>
              <a:rPr lang="en-US" sz="1400" dirty="0" err="1">
                <a:solidFill>
                  <a:srgbClr val="000000"/>
                </a:solidFill>
              </a:rPr>
              <a:t>tuplas</a:t>
            </a:r>
            <a:r>
              <a:rPr lang="en-US" sz="1400" dirty="0">
                <a:solidFill>
                  <a:srgbClr val="000000"/>
                </a:solidFill>
              </a:rPr>
              <a:t>.</a:t>
            </a:r>
            <a:endParaRPr sz="1400" dirty="0"/>
          </a:p>
          <a:p>
            <a:pPr marL="98060" indent="-27512">
              <a:buClr>
                <a:srgbClr val="CCAF0A"/>
              </a:buClr>
              <a:buSzPct val="100000"/>
              <a:buNone/>
            </a:pPr>
            <a:endParaRPr sz="1400" dirty="0">
              <a:solidFill>
                <a:srgbClr val="000000"/>
              </a:solidFill>
            </a:endParaRPr>
          </a:p>
          <a:p>
            <a:pPr marL="98060" indent="-98060">
              <a:buClr>
                <a:srgbClr val="CCAF0A"/>
              </a:buClr>
              <a:buSzPct val="100000"/>
            </a:pPr>
            <a:r>
              <a:rPr lang="en-US" sz="1400" dirty="0">
                <a:solidFill>
                  <a:srgbClr val="000000"/>
                </a:solidFill>
              </a:rPr>
              <a:t>Not Exists: </a:t>
            </a:r>
            <a:r>
              <a:rPr lang="en-US" sz="1400" dirty="0" err="1">
                <a:solidFill>
                  <a:srgbClr val="000000"/>
                </a:solidFill>
              </a:rPr>
              <a:t>Evalúa</a:t>
            </a:r>
            <a:r>
              <a:rPr lang="en-US" sz="1400" dirty="0">
                <a:solidFill>
                  <a:srgbClr val="000000"/>
                </a:solidFill>
              </a:rPr>
              <a:t> </a:t>
            </a:r>
            <a:r>
              <a:rPr lang="en-US" sz="1400" dirty="0" err="1">
                <a:solidFill>
                  <a:srgbClr val="000000"/>
                </a:solidFill>
              </a:rPr>
              <a:t>verdadero</a:t>
            </a:r>
            <a:r>
              <a:rPr lang="en-US" sz="1400" dirty="0">
                <a:solidFill>
                  <a:srgbClr val="000000"/>
                </a:solidFill>
              </a:rPr>
              <a:t> </a:t>
            </a:r>
            <a:r>
              <a:rPr lang="en-US" sz="1400" dirty="0" err="1">
                <a:solidFill>
                  <a:srgbClr val="000000"/>
                </a:solidFill>
              </a:rPr>
              <a:t>si</a:t>
            </a:r>
            <a:r>
              <a:rPr lang="en-US" sz="1400" dirty="0">
                <a:solidFill>
                  <a:srgbClr val="000000"/>
                </a:solidFill>
              </a:rPr>
              <a:t> </a:t>
            </a:r>
            <a:r>
              <a:rPr lang="en-US" sz="1400" dirty="0" err="1">
                <a:solidFill>
                  <a:srgbClr val="000000"/>
                </a:solidFill>
              </a:rPr>
              <a:t>el</a:t>
            </a:r>
            <a:r>
              <a:rPr lang="en-US" sz="1400" dirty="0">
                <a:solidFill>
                  <a:srgbClr val="000000"/>
                </a:solidFill>
              </a:rPr>
              <a:t> subquery no genera </a:t>
            </a:r>
            <a:r>
              <a:rPr lang="en-US" sz="1400" dirty="0" err="1">
                <a:solidFill>
                  <a:srgbClr val="000000"/>
                </a:solidFill>
              </a:rPr>
              <a:t>tuplas</a:t>
            </a:r>
            <a:r>
              <a:rPr lang="en-US" sz="1400" dirty="0">
                <a:solidFill>
                  <a:srgbClr val="000000"/>
                </a:solidFill>
              </a:rPr>
              <a:t>, es </a:t>
            </a:r>
            <a:r>
              <a:rPr lang="en-US" sz="1400" dirty="0" err="1">
                <a:solidFill>
                  <a:srgbClr val="000000"/>
                </a:solidFill>
              </a:rPr>
              <a:t>decir</a:t>
            </a:r>
            <a:r>
              <a:rPr lang="en-US" sz="1400" dirty="0">
                <a:solidFill>
                  <a:srgbClr val="000000"/>
                </a:solidFill>
              </a:rPr>
              <a:t>, </a:t>
            </a:r>
            <a:r>
              <a:rPr lang="en-US" sz="1400" dirty="0" err="1">
                <a:solidFill>
                  <a:srgbClr val="000000"/>
                </a:solidFill>
              </a:rPr>
              <a:t>devuelve</a:t>
            </a:r>
            <a:r>
              <a:rPr lang="en-US" sz="1400" dirty="0">
                <a:solidFill>
                  <a:srgbClr val="000000"/>
                </a:solidFill>
              </a:rPr>
              <a:t> </a:t>
            </a:r>
            <a:r>
              <a:rPr lang="en-US" sz="1400" dirty="0" err="1">
                <a:solidFill>
                  <a:srgbClr val="000000"/>
                </a:solidFill>
              </a:rPr>
              <a:t>una</a:t>
            </a:r>
            <a:r>
              <a:rPr lang="en-US" sz="1400" dirty="0">
                <a:solidFill>
                  <a:srgbClr val="000000"/>
                </a:solidFill>
              </a:rPr>
              <a:t> </a:t>
            </a:r>
            <a:r>
              <a:rPr lang="en-US" sz="1400" dirty="0" err="1">
                <a:solidFill>
                  <a:srgbClr val="000000"/>
                </a:solidFill>
              </a:rPr>
              <a:t>tabla</a:t>
            </a:r>
            <a:r>
              <a:rPr lang="en-US" sz="1400" dirty="0">
                <a:solidFill>
                  <a:srgbClr val="000000"/>
                </a:solidFill>
              </a:rPr>
              <a:t> </a:t>
            </a:r>
            <a:r>
              <a:rPr lang="en-US" sz="1400" dirty="0" err="1">
                <a:solidFill>
                  <a:srgbClr val="000000"/>
                </a:solidFill>
              </a:rPr>
              <a:t>vacía</a:t>
            </a:r>
            <a:r>
              <a:rPr lang="en-US" sz="1400" dirty="0">
                <a:solidFill>
                  <a:srgbClr val="000000"/>
                </a:solidFill>
              </a:rPr>
              <a:t>.</a:t>
            </a:r>
            <a:endParaRPr sz="1400" dirty="0"/>
          </a:p>
          <a:p>
            <a:pPr marL="98060" indent="-98060">
              <a:buClr>
                <a:srgbClr val="CCAF0A"/>
              </a:buClr>
              <a:buSzPct val="100000"/>
              <a:buNone/>
            </a:pPr>
            <a:endParaRPr sz="1400" dirty="0">
              <a:solidFill>
                <a:srgbClr val="000000"/>
              </a:solidFill>
            </a:endParaRPr>
          </a:p>
          <a:p>
            <a:pPr marL="98060" indent="-98060">
              <a:buClr>
                <a:srgbClr val="CCAF0A"/>
              </a:buClr>
              <a:buSzPct val="100000"/>
              <a:buNone/>
            </a:pPr>
            <a:endParaRPr sz="1400" dirty="0">
              <a:solidFill>
                <a:srgbClr val="000000"/>
              </a:solidFill>
            </a:endParaRPr>
          </a:p>
          <a:p>
            <a:pPr marL="98060" indent="-17432">
              <a:buSzPct val="100000"/>
              <a:buNone/>
            </a:pPr>
            <a:endParaRPr sz="1400" dirty="0"/>
          </a:p>
        </p:txBody>
      </p:sp>
      <p:sp>
        <p:nvSpPr>
          <p:cNvPr id="424" name="Google Shape;424;p29"/>
          <p:cNvSpPr txBox="1">
            <a:spLocks noGrp="1"/>
          </p:cNvSpPr>
          <p:nvPr>
            <p:ph type="sldNum" idx="12"/>
          </p:nvPr>
        </p:nvSpPr>
        <p:spPr>
          <a:xfrm>
            <a:off x="5272982" y="4603653"/>
            <a:ext cx="882471" cy="156611"/>
          </a:xfrm>
          <a:prstGeom prst="rect">
            <a:avLst/>
          </a:prstGeom>
          <a:noFill/>
          <a:ln>
            <a:noFill/>
          </a:ln>
        </p:spPr>
        <p:txBody>
          <a:bodyPr spcFirstLastPara="1" wrap="square" lIns="39215" tIns="19602" rIns="39215" bIns="19602" anchor="ctr" anchorCtr="0">
            <a:normAutofit/>
          </a:bodyPr>
          <a:lstStyle/>
          <a:p>
            <a:fld id="{00000000-1234-1234-1234-123412341234}" type="slidenum">
              <a:rPr lang="en-US"/>
              <a:pPr/>
              <a:t>12</a:t>
            </a:fld>
            <a:endParaRPr/>
          </a:p>
        </p:txBody>
      </p:sp>
      <p:sp>
        <p:nvSpPr>
          <p:cNvPr id="4" name="Google Shape;430;p30">
            <a:extLst>
              <a:ext uri="{FF2B5EF4-FFF2-40B4-BE49-F238E27FC236}">
                <a16:creationId xmlns:a16="http://schemas.microsoft.com/office/drawing/2014/main" xmlns="" id="{2618DA21-2C2C-ED17-7C37-02E3F0CF30CF}"/>
              </a:ext>
            </a:extLst>
          </p:cNvPr>
          <p:cNvSpPr txBox="1">
            <a:spLocks/>
          </p:cNvSpPr>
          <p:nvPr/>
        </p:nvSpPr>
        <p:spPr>
          <a:xfrm>
            <a:off x="334760" y="3125924"/>
            <a:ext cx="7879885" cy="2482552"/>
          </a:xfrm>
          <a:prstGeom prst="rect">
            <a:avLst/>
          </a:prstGeom>
          <a:solidFill>
            <a:schemeClr val="accent6">
              <a:lumMod val="20000"/>
              <a:lumOff val="80000"/>
            </a:schemeClr>
          </a:solidFill>
          <a:ln>
            <a:noFill/>
          </a:ln>
        </p:spPr>
        <p:txBody>
          <a:bodyPr spcFirstLastPara="1" wrap="square" lIns="39215" tIns="19602" rIns="39215" bIns="19602" anchor="t" anchorCtr="0">
            <a:noAutofit/>
          </a:bodyPr>
          <a:lstStyle>
            <a:defPPr marR="0" lvl="0" algn="l" rtl="0">
              <a:lnSpc>
                <a:spcPct val="100000"/>
              </a:lnSpc>
              <a:spcBef>
                <a:spcPts val="0"/>
              </a:spcBef>
              <a:spcAft>
                <a:spcPts val="0"/>
              </a:spcAft>
            </a:defPPr>
            <a:lvl1pPr marL="196118" marR="0" lvl="0" indent="-185224" algn="l" rtl="0">
              <a:lnSpc>
                <a:spcPct val="90000"/>
              </a:lnSpc>
              <a:spcBef>
                <a:spcPts val="430"/>
              </a:spcBef>
              <a:spcAft>
                <a:spcPts val="0"/>
              </a:spcAft>
              <a:buClr>
                <a:schemeClr val="dk1"/>
              </a:buClr>
              <a:buSzPts val="3200"/>
              <a:buFont typeface="Arial"/>
              <a:buChar char="•"/>
              <a:defRPr sz="1373" b="0" i="0" u="none" strike="noStrike" cap="none">
                <a:solidFill>
                  <a:schemeClr val="dk1"/>
                </a:solidFill>
                <a:latin typeface="Calibri"/>
                <a:ea typeface="Calibri"/>
                <a:cs typeface="Calibri"/>
                <a:sym typeface="Calibri"/>
              </a:defRPr>
            </a:lvl1pPr>
            <a:lvl2pPr marL="392237" marR="0" lvl="1" indent="-174327" algn="l" rtl="0">
              <a:lnSpc>
                <a:spcPct val="90000"/>
              </a:lnSpc>
              <a:spcBef>
                <a:spcPts val="214"/>
              </a:spcBef>
              <a:spcAft>
                <a:spcPts val="0"/>
              </a:spcAft>
              <a:buClr>
                <a:schemeClr val="dk1"/>
              </a:buClr>
              <a:buSzPts val="2800"/>
              <a:buFont typeface="Arial"/>
              <a:buChar char="•"/>
              <a:defRPr sz="1201" b="0" i="0" u="none" strike="noStrike" cap="none">
                <a:solidFill>
                  <a:schemeClr val="dk1"/>
                </a:solidFill>
                <a:latin typeface="Calibri"/>
                <a:ea typeface="Calibri"/>
                <a:cs typeface="Calibri"/>
                <a:sym typeface="Calibri"/>
              </a:defRPr>
            </a:lvl2pPr>
            <a:lvl3pPr marL="588354" marR="0" lvl="2" indent="-163432" algn="l" rtl="0">
              <a:lnSpc>
                <a:spcPct val="90000"/>
              </a:lnSpc>
              <a:spcBef>
                <a:spcPts val="214"/>
              </a:spcBef>
              <a:spcAft>
                <a:spcPts val="0"/>
              </a:spcAft>
              <a:buClr>
                <a:schemeClr val="dk1"/>
              </a:buClr>
              <a:buSzPts val="2400"/>
              <a:buFont typeface="Arial"/>
              <a:buChar char="•"/>
              <a:defRPr sz="1030" b="0" i="0" u="none" strike="noStrike" cap="none">
                <a:solidFill>
                  <a:schemeClr val="dk1"/>
                </a:solidFill>
                <a:latin typeface="Calibri"/>
                <a:ea typeface="Calibri"/>
                <a:cs typeface="Calibri"/>
                <a:sym typeface="Calibri"/>
              </a:defRPr>
            </a:lvl3pPr>
            <a:lvl4pPr marL="784472" marR="0" lvl="3"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4pPr>
            <a:lvl5pPr marL="980590" marR="0" lvl="4"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5pPr>
            <a:lvl6pPr marL="1176709" marR="0" lvl="5"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6pPr>
            <a:lvl7pPr marL="1372827" marR="0" lvl="6"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7pPr>
            <a:lvl8pPr marL="1568945" marR="0" lvl="7"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8pPr>
            <a:lvl9pPr marL="1765063" marR="0" lvl="8"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9pPr>
          </a:lstStyle>
          <a:p>
            <a:pPr marL="98060" indent="-98060">
              <a:spcBef>
                <a:spcPts val="0"/>
              </a:spcBef>
              <a:buFont typeface="Arial"/>
              <a:buNone/>
            </a:pPr>
            <a:r>
              <a:rPr lang="en-US" sz="1800" dirty="0" err="1"/>
              <a:t>Mostrar</a:t>
            </a:r>
            <a:r>
              <a:rPr lang="en-US" sz="1800" dirty="0"/>
              <a:t> </a:t>
            </a:r>
            <a:r>
              <a:rPr lang="en-US" sz="1800" dirty="0" err="1"/>
              <a:t>todos</a:t>
            </a:r>
            <a:r>
              <a:rPr lang="en-US" sz="1800" dirty="0"/>
              <a:t> </a:t>
            </a:r>
            <a:r>
              <a:rPr lang="en-US" sz="1800" dirty="0" err="1"/>
              <a:t>los</a:t>
            </a:r>
            <a:r>
              <a:rPr lang="en-US" sz="1800" dirty="0"/>
              <a:t> </a:t>
            </a:r>
            <a:r>
              <a:rPr lang="en-US" sz="1800" dirty="0" err="1"/>
              <a:t>datos</a:t>
            </a:r>
            <a:r>
              <a:rPr lang="en-US" sz="1800" dirty="0"/>
              <a:t> de </a:t>
            </a:r>
            <a:r>
              <a:rPr lang="en-US" sz="1800" dirty="0" err="1"/>
              <a:t>los</a:t>
            </a:r>
            <a:r>
              <a:rPr lang="en-US" sz="1800" dirty="0"/>
              <a:t> </a:t>
            </a:r>
            <a:r>
              <a:rPr lang="en-US" sz="1800" dirty="0" err="1"/>
              <a:t>departamentos</a:t>
            </a:r>
            <a:r>
              <a:rPr lang="en-US" sz="1800" dirty="0"/>
              <a:t> que no </a:t>
            </a:r>
            <a:r>
              <a:rPr lang="en-US" sz="1800" dirty="0" err="1"/>
              <a:t>tienen</a:t>
            </a:r>
            <a:r>
              <a:rPr lang="en-US" sz="1800" dirty="0"/>
              <a:t> </a:t>
            </a:r>
            <a:r>
              <a:rPr lang="en-US" sz="1800" dirty="0" err="1"/>
              <a:t>empleados</a:t>
            </a:r>
            <a:endParaRPr lang="en-US" sz="1800" dirty="0"/>
          </a:p>
          <a:p>
            <a:pPr marL="98060" indent="-98060">
              <a:buFont typeface="Arial"/>
              <a:buNone/>
            </a:pPr>
            <a:endParaRPr lang="en-US" sz="1800" dirty="0"/>
          </a:p>
          <a:p>
            <a:pPr marL="294178" lvl="1" indent="-98060">
              <a:buFont typeface="Arial"/>
              <a:buNone/>
            </a:pPr>
            <a:r>
              <a:rPr lang="en-US" sz="1800" dirty="0"/>
              <a:t>SELECT *</a:t>
            </a:r>
          </a:p>
          <a:p>
            <a:pPr marL="294178" lvl="1" indent="-98060">
              <a:buFont typeface="Arial"/>
              <a:buNone/>
            </a:pPr>
            <a:r>
              <a:rPr lang="en-US" sz="1800" dirty="0"/>
              <a:t>FROM </a:t>
            </a:r>
            <a:r>
              <a:rPr lang="en-US" sz="1800" dirty="0" err="1"/>
              <a:t>scott.dept</a:t>
            </a:r>
            <a:endParaRPr lang="en-US" sz="1800" dirty="0"/>
          </a:p>
          <a:p>
            <a:pPr marL="294178" lvl="1" indent="-98060">
              <a:buFont typeface="Arial"/>
              <a:buNone/>
            </a:pPr>
            <a:r>
              <a:rPr lang="en-US" sz="1800" dirty="0"/>
              <a:t>WHERE not exists</a:t>
            </a:r>
          </a:p>
          <a:p>
            <a:pPr marL="294178" lvl="1" indent="-98060">
              <a:buFont typeface="Arial"/>
              <a:buNone/>
            </a:pPr>
            <a:r>
              <a:rPr lang="en-US" sz="1800" dirty="0"/>
              <a:t>	(SELECT *</a:t>
            </a:r>
          </a:p>
          <a:p>
            <a:pPr marL="294178" lvl="1" indent="-98060">
              <a:buFont typeface="Arial"/>
              <a:buNone/>
            </a:pPr>
            <a:r>
              <a:rPr lang="en-US" sz="1800" dirty="0"/>
              <a:t>	 FROM </a:t>
            </a:r>
            <a:r>
              <a:rPr lang="en-US" sz="1800" dirty="0" err="1"/>
              <a:t>scott.emp</a:t>
            </a:r>
            <a:endParaRPr lang="en-US" sz="1800" dirty="0"/>
          </a:p>
          <a:p>
            <a:pPr marL="294178" lvl="1" indent="-98060">
              <a:buFont typeface="Arial"/>
              <a:buNone/>
            </a:pPr>
            <a:r>
              <a:rPr lang="en-US" sz="1800" dirty="0"/>
              <a:t>	 WHERE </a:t>
            </a:r>
            <a:r>
              <a:rPr lang="en-US" sz="1800" dirty="0" err="1"/>
              <a:t>emp.deptno</a:t>
            </a:r>
            <a:r>
              <a:rPr lang="en-US" sz="1800" dirty="0"/>
              <a:t> = </a:t>
            </a:r>
            <a:r>
              <a:rPr lang="en-US" sz="1800" dirty="0" err="1"/>
              <a:t>dept.deptno</a:t>
            </a:r>
            <a:r>
              <a:rPr lang="en-US" sz="1800" dirty="0"/>
              <a:t>);</a:t>
            </a:r>
          </a:p>
          <a:p>
            <a:pPr marL="98060" indent="-98060">
              <a:buFont typeface="Arial"/>
              <a:buNone/>
            </a:pPr>
            <a:endParaRPr lang="en-US" sz="1800" dirty="0"/>
          </a:p>
          <a:p>
            <a:pPr marL="294178" lvl="1" indent="-98060">
              <a:buFont typeface="Arial"/>
              <a:buNone/>
            </a:pPr>
            <a:endParaRPr lang="en-US" sz="1800" dirty="0"/>
          </a:p>
          <a:p>
            <a:pPr marL="98060" indent="-10895">
              <a:buFont typeface="Arial"/>
              <a:buNone/>
            </a:pP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8" name="Google Shape;438;p31"/>
          <p:cNvSpPr txBox="1">
            <a:spLocks noGrp="1"/>
          </p:cNvSpPr>
          <p:nvPr>
            <p:ph type="body" idx="1"/>
          </p:nvPr>
        </p:nvSpPr>
        <p:spPr>
          <a:xfrm>
            <a:off x="537935" y="892900"/>
            <a:ext cx="7852229" cy="2090420"/>
          </a:xfrm>
          <a:prstGeom prst="rect">
            <a:avLst/>
          </a:prstGeom>
          <a:noFill/>
          <a:ln>
            <a:noFill/>
          </a:ln>
        </p:spPr>
        <p:txBody>
          <a:bodyPr spcFirstLastPara="1" wrap="square" lIns="39215" tIns="19602" rIns="39215" bIns="19602" anchor="t" anchorCtr="0">
            <a:normAutofit/>
          </a:bodyPr>
          <a:lstStyle/>
          <a:p>
            <a:pPr marL="98060" indent="-98060">
              <a:spcBef>
                <a:spcPts val="0"/>
              </a:spcBef>
              <a:buNone/>
            </a:pPr>
            <a:r>
              <a:rPr lang="en-US" sz="1800" dirty="0"/>
              <a:t>SELECT ....</a:t>
            </a:r>
            <a:endParaRPr sz="1800" dirty="0"/>
          </a:p>
          <a:p>
            <a:pPr marL="98060" indent="-98060">
              <a:buNone/>
            </a:pPr>
            <a:r>
              <a:rPr lang="en-US" sz="1800" dirty="0"/>
              <a:t>....</a:t>
            </a:r>
            <a:endParaRPr sz="1800" dirty="0"/>
          </a:p>
          <a:p>
            <a:pPr marL="98060" indent="-98060">
              <a:buNone/>
            </a:pPr>
            <a:r>
              <a:rPr lang="en-US" sz="1800" dirty="0"/>
              <a:t>[ORDER BY </a:t>
            </a:r>
            <a:r>
              <a:rPr lang="en-US" sz="1800" dirty="0" err="1"/>
              <a:t>lista_atributos</a:t>
            </a:r>
            <a:r>
              <a:rPr lang="en-US" sz="1800" dirty="0"/>
              <a:t> ASC/DESC];</a:t>
            </a:r>
            <a:endParaRPr sz="1800" dirty="0"/>
          </a:p>
          <a:p>
            <a:pPr marL="98060" indent="-98060">
              <a:buNone/>
            </a:pPr>
            <a:endParaRPr sz="1800" dirty="0"/>
          </a:p>
          <a:p>
            <a:pPr marL="98060" indent="-98060">
              <a:buNone/>
            </a:pPr>
            <a:endParaRPr sz="1800" dirty="0"/>
          </a:p>
          <a:p>
            <a:pPr marL="98060" indent="-98060">
              <a:buNone/>
            </a:pPr>
            <a:r>
              <a:rPr lang="en-US" sz="1800" dirty="0"/>
              <a:t>    </a:t>
            </a:r>
            <a:r>
              <a:rPr lang="en-US" sz="1800" dirty="0" err="1"/>
              <a:t>Ordena</a:t>
            </a:r>
            <a:r>
              <a:rPr lang="en-US" sz="1800" dirty="0"/>
              <a:t> la </a:t>
            </a:r>
            <a:r>
              <a:rPr lang="en-US" sz="1800" dirty="0" err="1"/>
              <a:t>salida</a:t>
            </a:r>
            <a:r>
              <a:rPr lang="en-US" sz="1800" dirty="0"/>
              <a:t> (</a:t>
            </a:r>
            <a:r>
              <a:rPr lang="en-US" sz="1800" dirty="0" err="1"/>
              <a:t>tabla</a:t>
            </a:r>
            <a:r>
              <a:rPr lang="en-US" sz="1800" dirty="0"/>
              <a:t> </a:t>
            </a:r>
            <a:r>
              <a:rPr lang="en-US" sz="1800" dirty="0" err="1"/>
              <a:t>resultante</a:t>
            </a:r>
            <a:r>
              <a:rPr lang="en-US" sz="1800" dirty="0"/>
              <a:t>) </a:t>
            </a:r>
            <a:r>
              <a:rPr lang="en-US" sz="1800" dirty="0" err="1"/>
              <a:t>según</a:t>
            </a:r>
            <a:r>
              <a:rPr lang="en-US" sz="1800" dirty="0"/>
              <a:t> </a:t>
            </a:r>
            <a:r>
              <a:rPr lang="en-US" sz="1800" dirty="0" err="1"/>
              <a:t>el</a:t>
            </a:r>
            <a:r>
              <a:rPr lang="en-US" sz="1800" dirty="0"/>
              <a:t>/</a:t>
            </a:r>
            <a:r>
              <a:rPr lang="en-US" sz="1800" dirty="0" err="1"/>
              <a:t>los</a:t>
            </a:r>
            <a:r>
              <a:rPr lang="en-US" sz="1800" dirty="0"/>
              <a:t> </a:t>
            </a:r>
            <a:r>
              <a:rPr lang="en-US" sz="1800" dirty="0" err="1"/>
              <a:t>atributos</a:t>
            </a:r>
            <a:r>
              <a:rPr lang="en-US" sz="1800" dirty="0"/>
              <a:t> </a:t>
            </a:r>
            <a:r>
              <a:rPr lang="en-US" sz="1800" dirty="0" err="1"/>
              <a:t>especificados</a:t>
            </a:r>
            <a:endParaRPr sz="1800" dirty="0"/>
          </a:p>
          <a:p>
            <a:pPr marL="98060" indent="-10895">
              <a:buNone/>
            </a:pPr>
            <a:endParaRPr sz="1800" dirty="0"/>
          </a:p>
        </p:txBody>
      </p:sp>
      <p:sp>
        <p:nvSpPr>
          <p:cNvPr id="440" name="Google Shape;440;p31"/>
          <p:cNvSpPr txBox="1">
            <a:spLocks noGrp="1"/>
          </p:cNvSpPr>
          <p:nvPr>
            <p:ph type="sldNum" idx="12"/>
          </p:nvPr>
        </p:nvSpPr>
        <p:spPr>
          <a:xfrm>
            <a:off x="5272982" y="4603653"/>
            <a:ext cx="882471" cy="156611"/>
          </a:xfrm>
          <a:prstGeom prst="rect">
            <a:avLst/>
          </a:prstGeom>
          <a:noFill/>
          <a:ln>
            <a:noFill/>
          </a:ln>
        </p:spPr>
        <p:txBody>
          <a:bodyPr spcFirstLastPara="1" wrap="square" lIns="39215" tIns="19602" rIns="39215" bIns="19602" anchor="ctr" anchorCtr="0">
            <a:normAutofit/>
          </a:bodyPr>
          <a:lstStyle/>
          <a:p>
            <a:fld id="{00000000-1234-1234-1234-123412341234}" type="slidenum">
              <a:rPr lang="en-US"/>
              <a:pPr/>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34"/>
          <p:cNvSpPr txBox="1">
            <a:spLocks noGrp="1"/>
          </p:cNvSpPr>
          <p:nvPr>
            <p:ph type="title"/>
          </p:nvPr>
        </p:nvSpPr>
        <p:spPr>
          <a:xfrm>
            <a:off x="363788" y="932820"/>
            <a:ext cx="3382804" cy="568567"/>
          </a:xfrm>
          <a:prstGeom prst="rect">
            <a:avLst/>
          </a:prstGeom>
          <a:noFill/>
          <a:ln>
            <a:noFill/>
          </a:ln>
        </p:spPr>
        <p:txBody>
          <a:bodyPr spcFirstLastPara="1" wrap="square" lIns="39215" tIns="19602" rIns="39215" bIns="19602" anchor="ctr" anchorCtr="0">
            <a:normAutofit fontScale="90000"/>
          </a:bodyPr>
          <a:lstStyle/>
          <a:p>
            <a:pPr>
              <a:buSzPts val="4400"/>
            </a:pPr>
            <a:r>
              <a:rPr lang="en-US" dirty="0"/>
              <a:t>DML: Join</a:t>
            </a:r>
            <a:endParaRPr dirty="0"/>
          </a:p>
        </p:txBody>
      </p:sp>
      <p:sp>
        <p:nvSpPr>
          <p:cNvPr id="463" name="Google Shape;463;p34"/>
          <p:cNvSpPr txBox="1">
            <a:spLocks noGrp="1"/>
          </p:cNvSpPr>
          <p:nvPr>
            <p:ph type="body" idx="2"/>
          </p:nvPr>
        </p:nvSpPr>
        <p:spPr>
          <a:xfrm>
            <a:off x="363788" y="1623198"/>
            <a:ext cx="7678057" cy="1536153"/>
          </a:xfrm>
          <a:prstGeom prst="rect">
            <a:avLst/>
          </a:prstGeom>
          <a:noFill/>
          <a:ln>
            <a:noFill/>
          </a:ln>
        </p:spPr>
        <p:txBody>
          <a:bodyPr spcFirstLastPara="1" wrap="square" lIns="39215" tIns="19602" rIns="39215" bIns="19602" anchor="t" anchorCtr="0">
            <a:normAutofit fontScale="70000" lnSpcReduction="20000"/>
          </a:bodyPr>
          <a:lstStyle/>
          <a:p>
            <a:pPr marL="0" indent="0">
              <a:spcBef>
                <a:spcPts val="0"/>
              </a:spcBef>
              <a:buSzPts val="2800"/>
              <a:buNone/>
            </a:pPr>
            <a:r>
              <a:rPr lang="en-US" dirty="0"/>
              <a:t>SELECT </a:t>
            </a:r>
            <a:r>
              <a:rPr lang="en-US" dirty="0" err="1"/>
              <a:t>ename</a:t>
            </a:r>
            <a:r>
              <a:rPr lang="en-US" dirty="0"/>
              <a:t>, job, </a:t>
            </a:r>
            <a:r>
              <a:rPr lang="en-US" dirty="0" err="1"/>
              <a:t>dname</a:t>
            </a:r>
            <a:r>
              <a:rPr lang="en-US" dirty="0"/>
              <a:t> FROM  EMP </a:t>
            </a:r>
          </a:p>
          <a:p>
            <a:pPr marL="0" indent="0">
              <a:spcBef>
                <a:spcPts val="0"/>
              </a:spcBef>
              <a:buSzPts val="2800"/>
              <a:buNone/>
            </a:pPr>
            <a:r>
              <a:rPr lang="en-US" dirty="0"/>
              <a:t>JOIN  DEPT ON  </a:t>
            </a:r>
            <a:r>
              <a:rPr lang="en-US" dirty="0" err="1"/>
              <a:t>EMP.deptno</a:t>
            </a:r>
            <a:r>
              <a:rPr lang="en-US" dirty="0"/>
              <a:t> = </a:t>
            </a:r>
            <a:r>
              <a:rPr lang="en-US" dirty="0" err="1"/>
              <a:t>DEPT.deptno</a:t>
            </a:r>
            <a:r>
              <a:rPr lang="en-US" dirty="0"/>
              <a:t>;</a:t>
            </a:r>
            <a:endParaRPr dirty="0"/>
          </a:p>
          <a:p>
            <a:pPr marL="98060" indent="-98060">
              <a:buClr>
                <a:srgbClr val="000000"/>
              </a:buClr>
              <a:buSzPts val="2800"/>
              <a:buNone/>
            </a:pPr>
            <a:r>
              <a:rPr lang="en-US" dirty="0">
                <a:solidFill>
                  <a:srgbClr val="000000"/>
                </a:solidFill>
              </a:rPr>
              <a:t>				</a:t>
            </a:r>
            <a:endParaRPr dirty="0"/>
          </a:p>
          <a:p>
            <a:pPr marL="0" indent="0">
              <a:buSzPts val="2800"/>
              <a:buNone/>
            </a:pPr>
            <a:r>
              <a:rPr lang="en-US" dirty="0"/>
              <a:t>SELECT </a:t>
            </a:r>
            <a:r>
              <a:rPr lang="en-US" dirty="0" err="1"/>
              <a:t>ename</a:t>
            </a:r>
            <a:r>
              <a:rPr lang="en-US" dirty="0"/>
              <a:t>, job, </a:t>
            </a:r>
            <a:r>
              <a:rPr lang="en-US" dirty="0" err="1"/>
              <a:t>dname</a:t>
            </a:r>
            <a:r>
              <a:rPr lang="en-US" dirty="0"/>
              <a:t> FROM  EMP </a:t>
            </a:r>
          </a:p>
          <a:p>
            <a:pPr marL="0" indent="0">
              <a:buSzPts val="2800"/>
              <a:buNone/>
            </a:pPr>
            <a:r>
              <a:rPr lang="en-US" dirty="0"/>
              <a:t>INNER JOIN  DEPT ON  </a:t>
            </a:r>
            <a:r>
              <a:rPr lang="en-US" dirty="0" err="1"/>
              <a:t>EMP.deptno</a:t>
            </a:r>
            <a:r>
              <a:rPr lang="en-US" dirty="0"/>
              <a:t> = </a:t>
            </a:r>
            <a:r>
              <a:rPr lang="en-US" dirty="0" err="1"/>
              <a:t>EPT.deptno</a:t>
            </a:r>
            <a:r>
              <a:rPr lang="en-US" dirty="0"/>
              <a:t>;</a:t>
            </a:r>
            <a:endParaRPr dirty="0"/>
          </a:p>
          <a:p>
            <a:pPr marL="98060" indent="-98060">
              <a:buClr>
                <a:srgbClr val="000000"/>
              </a:buClr>
              <a:buSzPts val="2800"/>
              <a:buNone/>
            </a:pPr>
            <a:r>
              <a:rPr lang="en-US" dirty="0">
                <a:solidFill>
                  <a:srgbClr val="000000"/>
                </a:solidFill>
              </a:rPr>
              <a:t>		</a:t>
            </a:r>
            <a:endParaRPr dirty="0"/>
          </a:p>
          <a:p>
            <a:pPr marL="98060" indent="-21791">
              <a:buSzPts val="2800"/>
              <a:buNone/>
            </a:pPr>
            <a:endParaRPr dirty="0"/>
          </a:p>
        </p:txBody>
      </p:sp>
      <p:sp>
        <p:nvSpPr>
          <p:cNvPr id="464" name="Google Shape;464;p34"/>
          <p:cNvSpPr txBox="1">
            <a:spLocks noGrp="1"/>
          </p:cNvSpPr>
          <p:nvPr>
            <p:ph type="sldNum" idx="12"/>
          </p:nvPr>
        </p:nvSpPr>
        <p:spPr>
          <a:xfrm>
            <a:off x="5272982" y="4603653"/>
            <a:ext cx="882471" cy="156611"/>
          </a:xfrm>
          <a:prstGeom prst="rect">
            <a:avLst/>
          </a:prstGeom>
          <a:noFill/>
          <a:ln>
            <a:noFill/>
          </a:ln>
        </p:spPr>
        <p:txBody>
          <a:bodyPr spcFirstLastPara="1" wrap="square" lIns="39215" tIns="19602" rIns="39215" bIns="19602" anchor="ctr" anchorCtr="0">
            <a:normAutofit/>
          </a:bodyPr>
          <a:lstStyle/>
          <a:p>
            <a:fld id="{00000000-1234-1234-1234-123412341234}" type="slidenum">
              <a:rPr lang="en-US"/>
              <a:pPr/>
              <a:t>14</a:t>
            </a:fld>
            <a:endParaRPr/>
          </a:p>
        </p:txBody>
      </p:sp>
      <p:sp>
        <p:nvSpPr>
          <p:cNvPr id="4" name="Google Shape;473;p35">
            <a:extLst>
              <a:ext uri="{FF2B5EF4-FFF2-40B4-BE49-F238E27FC236}">
                <a16:creationId xmlns:a16="http://schemas.microsoft.com/office/drawing/2014/main" xmlns="" id="{157E3EB6-8112-C7DE-676F-E4134DF503C2}"/>
              </a:ext>
            </a:extLst>
          </p:cNvPr>
          <p:cNvSpPr txBox="1">
            <a:spLocks noGrp="1"/>
          </p:cNvSpPr>
          <p:nvPr>
            <p:ph type="body" idx="1"/>
          </p:nvPr>
        </p:nvSpPr>
        <p:spPr>
          <a:xfrm>
            <a:off x="928914" y="3348037"/>
            <a:ext cx="6676571" cy="1255616"/>
          </a:xfrm>
          <a:prstGeom prst="rect">
            <a:avLst/>
          </a:prstGeom>
          <a:solidFill>
            <a:schemeClr val="accent6">
              <a:lumMod val="20000"/>
              <a:lumOff val="80000"/>
            </a:schemeClr>
          </a:solidFill>
          <a:ln>
            <a:noFill/>
          </a:ln>
        </p:spPr>
        <p:txBody>
          <a:bodyPr spcFirstLastPara="1" wrap="square" lIns="39215" tIns="19602" rIns="39215" bIns="19602" anchor="t" anchorCtr="0">
            <a:normAutofit fontScale="92500" lnSpcReduction="20000"/>
          </a:bodyPr>
          <a:lstStyle/>
          <a:p>
            <a:pPr marL="98060" indent="-98060">
              <a:spcBef>
                <a:spcPts val="0"/>
              </a:spcBef>
              <a:buNone/>
            </a:pPr>
            <a:r>
              <a:rPr lang="en-US" sz="1800" b="0" dirty="0"/>
              <a:t>SELECT </a:t>
            </a:r>
            <a:r>
              <a:rPr lang="en-US" sz="1800" b="0" dirty="0" err="1"/>
              <a:t>ename</a:t>
            </a:r>
            <a:r>
              <a:rPr lang="en-US" sz="1800" b="0" dirty="0"/>
              <a:t>, job, </a:t>
            </a:r>
            <a:r>
              <a:rPr lang="en-US" sz="1800" b="0" dirty="0" err="1"/>
              <a:t>dname</a:t>
            </a:r>
            <a:endParaRPr sz="1800" b="0" dirty="0"/>
          </a:p>
          <a:p>
            <a:pPr marL="98060" indent="-98060">
              <a:buNone/>
            </a:pPr>
            <a:r>
              <a:rPr lang="en-US" sz="1800" b="0" dirty="0"/>
              <a:t>FROM  EMP JOIN  DEPT ON  </a:t>
            </a:r>
            <a:r>
              <a:rPr lang="en-US" sz="1800" b="0" dirty="0" err="1"/>
              <a:t>EMP.deptno</a:t>
            </a:r>
            <a:r>
              <a:rPr lang="en-US" sz="1800" b="0" dirty="0"/>
              <a:t> = </a:t>
            </a:r>
            <a:r>
              <a:rPr lang="en-US" sz="1800" b="0" dirty="0" err="1"/>
              <a:t>DEPT.deptno</a:t>
            </a:r>
            <a:endParaRPr sz="1800" b="0" dirty="0"/>
          </a:p>
          <a:p>
            <a:pPr marL="98060" indent="-98060">
              <a:buNone/>
            </a:pPr>
            <a:r>
              <a:rPr lang="en-US" sz="1800" b="0" dirty="0"/>
              <a:t>WHERE </a:t>
            </a:r>
            <a:r>
              <a:rPr lang="en-US" sz="1800" b="0" dirty="0" err="1"/>
              <a:t>EMP.deptno</a:t>
            </a:r>
            <a:r>
              <a:rPr lang="en-US" sz="1800" b="0" dirty="0"/>
              <a:t> = 10;</a:t>
            </a:r>
            <a:endParaRPr sz="1800" b="0" dirty="0"/>
          </a:p>
          <a:p>
            <a:pPr marL="98060" indent="-98060">
              <a:buSzPts val="2800"/>
              <a:buNone/>
            </a:pPr>
            <a:endParaRPr sz="1800" b="0" i="1" dirty="0"/>
          </a:p>
          <a:p>
            <a:pPr marL="98060" indent="-98060">
              <a:buClr>
                <a:srgbClr val="000000"/>
              </a:buClr>
              <a:buSzPts val="2800"/>
              <a:buNone/>
            </a:pPr>
            <a:r>
              <a:rPr lang="en-US" sz="1800" b="0" dirty="0">
                <a:solidFill>
                  <a:srgbClr val="000000"/>
                </a:solidFill>
              </a:rPr>
              <a:t>						</a:t>
            </a:r>
            <a:endParaRPr sz="1800" b="0" i="1" dirty="0"/>
          </a:p>
          <a:p>
            <a:pPr marL="98060" indent="-98060">
              <a:buSzPts val="2800"/>
              <a:buNone/>
            </a:pPr>
            <a:endParaRPr sz="1800" b="0" i="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4"/>
          <p:cNvSpPr txBox="1">
            <a:spLocks noGrp="1"/>
          </p:cNvSpPr>
          <p:nvPr>
            <p:ph type="title"/>
          </p:nvPr>
        </p:nvSpPr>
        <p:spPr>
          <a:xfrm>
            <a:off x="465388" y="839643"/>
            <a:ext cx="7967411" cy="306986"/>
          </a:xfrm>
          <a:prstGeom prst="rect">
            <a:avLst/>
          </a:prstGeom>
          <a:solidFill>
            <a:srgbClr val="0070C0"/>
          </a:solidFill>
          <a:ln>
            <a:noFill/>
          </a:ln>
        </p:spPr>
        <p:txBody>
          <a:bodyPr spcFirstLastPara="1" wrap="square" lIns="39215" tIns="19602" rIns="39215" bIns="19602" anchor="b" anchorCtr="0">
            <a:noAutofit/>
          </a:bodyPr>
          <a:lstStyle/>
          <a:p>
            <a:r>
              <a:rPr lang="en-US" sz="2400" dirty="0">
                <a:solidFill>
                  <a:schemeClr val="bg1"/>
                </a:solidFill>
              </a:rPr>
              <a:t>DML: </a:t>
            </a:r>
            <a:r>
              <a:rPr lang="en-US" sz="2400" dirty="0" err="1">
                <a:solidFill>
                  <a:schemeClr val="bg1"/>
                </a:solidFill>
              </a:rPr>
              <a:t>Funciones</a:t>
            </a:r>
            <a:r>
              <a:rPr lang="en-US" sz="2400" dirty="0">
                <a:solidFill>
                  <a:schemeClr val="bg1"/>
                </a:solidFill>
              </a:rPr>
              <a:t> de </a:t>
            </a:r>
            <a:r>
              <a:rPr lang="en-US" sz="2400" dirty="0" err="1">
                <a:solidFill>
                  <a:schemeClr val="bg1"/>
                </a:solidFill>
              </a:rPr>
              <a:t>Resumen</a:t>
            </a:r>
            <a:endParaRPr sz="2400" dirty="0">
              <a:solidFill>
                <a:schemeClr val="bg1"/>
              </a:solidFill>
            </a:endParaRPr>
          </a:p>
        </p:txBody>
      </p:sp>
      <p:sp>
        <p:nvSpPr>
          <p:cNvPr id="553" name="Google Shape;553;p44"/>
          <p:cNvSpPr txBox="1">
            <a:spLocks noGrp="1"/>
          </p:cNvSpPr>
          <p:nvPr>
            <p:ph type="body" idx="1"/>
          </p:nvPr>
        </p:nvSpPr>
        <p:spPr>
          <a:xfrm>
            <a:off x="611988" y="1450299"/>
            <a:ext cx="1609270" cy="2192787"/>
          </a:xfrm>
          <a:prstGeom prst="rect">
            <a:avLst/>
          </a:prstGeom>
          <a:noFill/>
          <a:ln>
            <a:noFill/>
          </a:ln>
        </p:spPr>
        <p:txBody>
          <a:bodyPr spcFirstLastPara="1" wrap="square" lIns="39215" tIns="19602" rIns="39215" bIns="19602" anchor="t" anchorCtr="0">
            <a:noAutofit/>
          </a:bodyPr>
          <a:lstStyle/>
          <a:p>
            <a:pPr marL="98060" indent="-98060">
              <a:spcBef>
                <a:spcPts val="0"/>
              </a:spcBef>
            </a:pPr>
            <a:r>
              <a:rPr lang="en-US" sz="1800" i="1" dirty="0"/>
              <a:t>SUM</a:t>
            </a:r>
            <a:endParaRPr sz="1800" dirty="0"/>
          </a:p>
          <a:p>
            <a:pPr marL="98060" indent="-98060"/>
            <a:r>
              <a:rPr lang="en-US" sz="1800" i="1" dirty="0"/>
              <a:t>AVG</a:t>
            </a:r>
            <a:endParaRPr sz="1800" dirty="0"/>
          </a:p>
          <a:p>
            <a:pPr marL="98060" indent="-98060"/>
            <a:r>
              <a:rPr lang="en-US" sz="1800" i="1" dirty="0"/>
              <a:t>COUNT</a:t>
            </a:r>
            <a:endParaRPr sz="1800" dirty="0"/>
          </a:p>
          <a:p>
            <a:pPr marL="98060" indent="-98060"/>
            <a:r>
              <a:rPr lang="en-US" sz="1800" i="1" dirty="0"/>
              <a:t>MAX</a:t>
            </a:r>
            <a:endParaRPr sz="1800" dirty="0"/>
          </a:p>
          <a:p>
            <a:pPr marL="98060" indent="-98060"/>
            <a:r>
              <a:rPr lang="en-US" sz="1800" i="1" dirty="0"/>
              <a:t>MIN</a:t>
            </a:r>
            <a:endParaRPr sz="1800" dirty="0"/>
          </a:p>
        </p:txBody>
      </p:sp>
      <p:sp>
        <p:nvSpPr>
          <p:cNvPr id="555" name="Google Shape;555;p44"/>
          <p:cNvSpPr txBox="1">
            <a:spLocks noGrp="1"/>
          </p:cNvSpPr>
          <p:nvPr>
            <p:ph type="sldNum" idx="12"/>
          </p:nvPr>
        </p:nvSpPr>
        <p:spPr>
          <a:xfrm>
            <a:off x="5272982" y="4603653"/>
            <a:ext cx="882471" cy="156611"/>
          </a:xfrm>
          <a:prstGeom prst="rect">
            <a:avLst/>
          </a:prstGeom>
          <a:noFill/>
          <a:ln>
            <a:noFill/>
          </a:ln>
        </p:spPr>
        <p:txBody>
          <a:bodyPr spcFirstLastPara="1" wrap="square" lIns="39215" tIns="19602" rIns="39215" bIns="19602" anchor="ctr" anchorCtr="0">
            <a:normAutofit/>
          </a:bodyPr>
          <a:lstStyle/>
          <a:p>
            <a:fld id="{00000000-1234-1234-1234-123412341234}" type="slidenum">
              <a:rPr lang="en-US"/>
              <a:pPr/>
              <a:t>15</a:t>
            </a:fld>
            <a:endParaRPr/>
          </a:p>
        </p:txBody>
      </p:sp>
      <p:sp>
        <p:nvSpPr>
          <p:cNvPr id="4" name="Google Shape;561;p45">
            <a:extLst>
              <a:ext uri="{FF2B5EF4-FFF2-40B4-BE49-F238E27FC236}">
                <a16:creationId xmlns:a16="http://schemas.microsoft.com/office/drawing/2014/main" xmlns="" id="{87435472-D201-6C1A-9A52-23F26C0565B5}"/>
              </a:ext>
            </a:extLst>
          </p:cNvPr>
          <p:cNvSpPr txBox="1">
            <a:spLocks/>
          </p:cNvSpPr>
          <p:nvPr/>
        </p:nvSpPr>
        <p:spPr>
          <a:xfrm>
            <a:off x="2221258" y="1450299"/>
            <a:ext cx="6211541" cy="2090420"/>
          </a:xfrm>
          <a:prstGeom prst="rect">
            <a:avLst/>
          </a:prstGeom>
          <a:solidFill>
            <a:schemeClr val="accent6">
              <a:lumMod val="20000"/>
              <a:lumOff val="80000"/>
            </a:schemeClr>
          </a:solidFill>
          <a:ln>
            <a:noFill/>
          </a:ln>
        </p:spPr>
        <p:txBody>
          <a:bodyPr spcFirstLastPara="1" wrap="square" lIns="39215" tIns="19602" rIns="39215" bIns="19602" anchor="t" anchorCtr="0">
            <a:noAutofit/>
          </a:bodyPr>
          <a:lstStyle>
            <a:defPPr marR="0" lvl="0" algn="l" rtl="0">
              <a:lnSpc>
                <a:spcPct val="100000"/>
              </a:lnSpc>
              <a:spcBef>
                <a:spcPts val="0"/>
              </a:spcBef>
              <a:spcAft>
                <a:spcPts val="0"/>
              </a:spcAft>
            </a:defPPr>
            <a:lvl1pPr marL="196118" marR="0" lvl="0" indent="-185224" algn="l" rtl="0">
              <a:lnSpc>
                <a:spcPct val="90000"/>
              </a:lnSpc>
              <a:spcBef>
                <a:spcPts val="430"/>
              </a:spcBef>
              <a:spcAft>
                <a:spcPts val="0"/>
              </a:spcAft>
              <a:buClr>
                <a:schemeClr val="dk1"/>
              </a:buClr>
              <a:buSzPts val="3200"/>
              <a:buFont typeface="Arial"/>
              <a:buChar char="•"/>
              <a:defRPr sz="1373" b="0" i="0" u="none" strike="noStrike" cap="none">
                <a:solidFill>
                  <a:schemeClr val="dk1"/>
                </a:solidFill>
                <a:latin typeface="Calibri"/>
                <a:ea typeface="Calibri"/>
                <a:cs typeface="Calibri"/>
                <a:sym typeface="Calibri"/>
              </a:defRPr>
            </a:lvl1pPr>
            <a:lvl2pPr marL="392237" marR="0" lvl="1" indent="-174327" algn="l" rtl="0">
              <a:lnSpc>
                <a:spcPct val="90000"/>
              </a:lnSpc>
              <a:spcBef>
                <a:spcPts val="214"/>
              </a:spcBef>
              <a:spcAft>
                <a:spcPts val="0"/>
              </a:spcAft>
              <a:buClr>
                <a:schemeClr val="dk1"/>
              </a:buClr>
              <a:buSzPts val="2800"/>
              <a:buFont typeface="Arial"/>
              <a:buChar char="•"/>
              <a:defRPr sz="1201" b="0" i="0" u="none" strike="noStrike" cap="none">
                <a:solidFill>
                  <a:schemeClr val="dk1"/>
                </a:solidFill>
                <a:latin typeface="Calibri"/>
                <a:ea typeface="Calibri"/>
                <a:cs typeface="Calibri"/>
                <a:sym typeface="Calibri"/>
              </a:defRPr>
            </a:lvl2pPr>
            <a:lvl3pPr marL="588354" marR="0" lvl="2" indent="-163432" algn="l" rtl="0">
              <a:lnSpc>
                <a:spcPct val="90000"/>
              </a:lnSpc>
              <a:spcBef>
                <a:spcPts val="214"/>
              </a:spcBef>
              <a:spcAft>
                <a:spcPts val="0"/>
              </a:spcAft>
              <a:buClr>
                <a:schemeClr val="dk1"/>
              </a:buClr>
              <a:buSzPts val="2400"/>
              <a:buFont typeface="Arial"/>
              <a:buChar char="•"/>
              <a:defRPr sz="1030" b="0" i="0" u="none" strike="noStrike" cap="none">
                <a:solidFill>
                  <a:schemeClr val="dk1"/>
                </a:solidFill>
                <a:latin typeface="Calibri"/>
                <a:ea typeface="Calibri"/>
                <a:cs typeface="Calibri"/>
                <a:sym typeface="Calibri"/>
              </a:defRPr>
            </a:lvl3pPr>
            <a:lvl4pPr marL="784472" marR="0" lvl="3"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4pPr>
            <a:lvl5pPr marL="980590" marR="0" lvl="4"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5pPr>
            <a:lvl6pPr marL="1176709" marR="0" lvl="5"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6pPr>
            <a:lvl7pPr marL="1372827" marR="0" lvl="6"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7pPr>
            <a:lvl8pPr marL="1568945" marR="0" lvl="7"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8pPr>
            <a:lvl9pPr marL="1765063" marR="0" lvl="8"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9pPr>
          </a:lstStyle>
          <a:p>
            <a:pPr marL="98060" indent="-98060">
              <a:spcBef>
                <a:spcPts val="0"/>
              </a:spcBef>
              <a:buSzPct val="100000"/>
            </a:pPr>
            <a:r>
              <a:rPr lang="en-US" sz="1400"/>
              <a:t>SELECT  Sum(nombre_atributo*)</a:t>
            </a:r>
          </a:p>
          <a:p>
            <a:pPr marL="98060" indent="-98060">
              <a:buSzPct val="100000"/>
              <a:buFont typeface="Arial"/>
              <a:buNone/>
            </a:pPr>
            <a:r>
              <a:rPr lang="en-US" sz="1400"/>
              <a:t>FROM nombre_tabla;</a:t>
            </a:r>
          </a:p>
          <a:p>
            <a:pPr marL="98060" indent="-98060">
              <a:buSzPct val="100000"/>
              <a:buFont typeface="Arial"/>
              <a:buNone/>
            </a:pPr>
            <a:endParaRPr lang="en-US" sz="1400"/>
          </a:p>
          <a:p>
            <a:pPr marL="98060" indent="-98060">
              <a:buSzPct val="100000"/>
            </a:pPr>
            <a:r>
              <a:rPr lang="en-US" sz="1400"/>
              <a:t>SELECT  Avg(nombre_atributo*)</a:t>
            </a:r>
          </a:p>
          <a:p>
            <a:pPr marL="98060" indent="-98060">
              <a:buSzPct val="100000"/>
              <a:buFont typeface="Arial"/>
              <a:buNone/>
            </a:pPr>
            <a:r>
              <a:rPr lang="en-US" sz="1400"/>
              <a:t>FROM nombre_tabla;</a:t>
            </a:r>
          </a:p>
          <a:p>
            <a:pPr marL="98060" indent="-98060">
              <a:buSzPct val="100000"/>
              <a:buFont typeface="Arial"/>
              <a:buNone/>
            </a:pPr>
            <a:endParaRPr lang="en-US" sz="1400"/>
          </a:p>
          <a:p>
            <a:pPr marL="98060" indent="-98060">
              <a:buSzPct val="100000"/>
            </a:pPr>
            <a:r>
              <a:rPr lang="en-US" sz="1400"/>
              <a:t>SELECT  Count(*)</a:t>
            </a:r>
          </a:p>
          <a:p>
            <a:pPr marL="98060" indent="-98060">
              <a:buSzPct val="100000"/>
              <a:buFont typeface="Arial"/>
              <a:buNone/>
            </a:pPr>
            <a:r>
              <a:rPr lang="en-US" sz="1400"/>
              <a:t>FROM nombre_tabla;</a:t>
            </a:r>
          </a:p>
          <a:p>
            <a:pPr marL="98060" indent="-98060">
              <a:buSzPct val="100000"/>
              <a:buFont typeface="Arial"/>
              <a:buNone/>
            </a:pPr>
            <a:endParaRPr lang="en-US" sz="1400"/>
          </a:p>
          <a:p>
            <a:pPr marL="294178" lvl="1" indent="-98060">
              <a:buSzPct val="100000"/>
              <a:buFont typeface="Arial"/>
              <a:buNone/>
            </a:pPr>
            <a:r>
              <a:rPr lang="en-US" sz="1400"/>
              <a:t>* El atributo debe ser numérico</a:t>
            </a:r>
          </a:p>
          <a:p>
            <a:pPr marL="98060" indent="-23970">
              <a:buSzPct val="100000"/>
              <a:buFont typeface="Arial"/>
              <a:buNone/>
            </a:pP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70" name="Google Shape;570;p46"/>
          <p:cNvSpPr txBox="1">
            <a:spLocks noGrp="1"/>
          </p:cNvSpPr>
          <p:nvPr>
            <p:ph type="body" idx="1"/>
          </p:nvPr>
        </p:nvSpPr>
        <p:spPr>
          <a:xfrm>
            <a:off x="347436" y="1257617"/>
            <a:ext cx="8233227" cy="4069126"/>
          </a:xfrm>
          <a:prstGeom prst="rect">
            <a:avLst/>
          </a:prstGeom>
          <a:noFill/>
          <a:ln>
            <a:noFill/>
          </a:ln>
        </p:spPr>
        <p:txBody>
          <a:bodyPr spcFirstLastPara="1" wrap="square" lIns="39215" tIns="19602" rIns="39215" bIns="19602" anchor="t" anchorCtr="0">
            <a:noAutofit/>
          </a:bodyPr>
          <a:lstStyle/>
          <a:p>
            <a:pPr marL="98060" indent="-98060">
              <a:spcBef>
                <a:spcPts val="0"/>
              </a:spcBef>
              <a:buSzPct val="100000"/>
              <a:buNone/>
            </a:pPr>
            <a:r>
              <a:rPr lang="en-US" sz="1800" dirty="0"/>
              <a:t>SELECT ....</a:t>
            </a:r>
            <a:endParaRPr sz="1800" dirty="0"/>
          </a:p>
          <a:p>
            <a:pPr marL="98060" indent="-98060">
              <a:buSzPct val="100000"/>
              <a:buNone/>
            </a:pPr>
            <a:r>
              <a:rPr lang="en-US" sz="1800" dirty="0"/>
              <a:t>....</a:t>
            </a:r>
            <a:endParaRPr sz="1800" dirty="0"/>
          </a:p>
          <a:p>
            <a:pPr marL="98060" indent="-98060">
              <a:buSzPct val="100000"/>
              <a:buNone/>
            </a:pPr>
            <a:r>
              <a:rPr lang="en-US" sz="1800" dirty="0"/>
              <a:t>[GROUP BY </a:t>
            </a:r>
            <a:r>
              <a:rPr lang="en-US" sz="1800" dirty="0" err="1"/>
              <a:t>lista_atributos</a:t>
            </a:r>
            <a:r>
              <a:rPr lang="en-US" sz="1800" dirty="0"/>
              <a:t> 	</a:t>
            </a:r>
            <a:endParaRPr sz="1800" dirty="0"/>
          </a:p>
          <a:p>
            <a:pPr marL="98060" indent="-98060">
              <a:buSzPct val="100000"/>
              <a:buNone/>
            </a:pPr>
            <a:r>
              <a:rPr lang="en-US" sz="1800" dirty="0"/>
              <a:t>[HAVING </a:t>
            </a:r>
            <a:r>
              <a:rPr lang="en-US" sz="1800" dirty="0" err="1"/>
              <a:t>condición</a:t>
            </a:r>
            <a:r>
              <a:rPr lang="en-US" sz="1800" dirty="0"/>
              <a:t>]];</a:t>
            </a:r>
            <a:endParaRPr sz="1800" dirty="0"/>
          </a:p>
          <a:p>
            <a:pPr marL="98060" indent="-98060">
              <a:buSzPct val="100000"/>
              <a:buNone/>
            </a:pPr>
            <a:endParaRPr sz="1800" dirty="0"/>
          </a:p>
          <a:p>
            <a:pPr marL="98060" indent="-98060">
              <a:buSzPct val="100000"/>
            </a:pPr>
            <a:r>
              <a:rPr lang="en-US" sz="1800" dirty="0" err="1"/>
              <a:t>Agrupa</a:t>
            </a:r>
            <a:r>
              <a:rPr lang="en-US" sz="1800" dirty="0"/>
              <a:t> las </a:t>
            </a:r>
            <a:r>
              <a:rPr lang="en-US" sz="1800" dirty="0" err="1"/>
              <a:t>tuplas</a:t>
            </a:r>
            <a:r>
              <a:rPr lang="en-US" sz="1800" dirty="0"/>
              <a:t> que </a:t>
            </a:r>
            <a:r>
              <a:rPr lang="en-US" sz="1800" dirty="0" err="1"/>
              <a:t>tienen</a:t>
            </a:r>
            <a:r>
              <a:rPr lang="en-US" sz="1800" dirty="0"/>
              <a:t> </a:t>
            </a:r>
            <a:r>
              <a:rPr lang="en-US" sz="1800" dirty="0" err="1"/>
              <a:t>igual</a:t>
            </a:r>
            <a:r>
              <a:rPr lang="en-US" sz="1800" dirty="0"/>
              <a:t> valor del/ de </a:t>
            </a:r>
            <a:r>
              <a:rPr lang="en-US" sz="1800" dirty="0" err="1"/>
              <a:t>los</a:t>
            </a:r>
            <a:r>
              <a:rPr lang="en-US" sz="1800" dirty="0"/>
              <a:t> </a:t>
            </a:r>
            <a:r>
              <a:rPr lang="en-US" sz="1800" dirty="0" err="1"/>
              <a:t>atributos</a:t>
            </a:r>
            <a:r>
              <a:rPr lang="en-US" sz="1800" dirty="0"/>
              <a:t> </a:t>
            </a:r>
            <a:r>
              <a:rPr lang="en-US" sz="1800" dirty="0" err="1"/>
              <a:t>especificados</a:t>
            </a:r>
            <a:r>
              <a:rPr lang="en-US" sz="1800" dirty="0"/>
              <a:t> </a:t>
            </a:r>
            <a:r>
              <a:rPr lang="en-US" sz="1800" dirty="0" err="1"/>
              <a:t>en</a:t>
            </a:r>
            <a:r>
              <a:rPr lang="en-US" sz="1800" dirty="0"/>
              <a:t> </a:t>
            </a:r>
            <a:r>
              <a:rPr lang="en-US" sz="1800" dirty="0" err="1"/>
              <a:t>lista_atributos</a:t>
            </a:r>
            <a:r>
              <a:rPr lang="en-US" sz="1800" dirty="0"/>
              <a:t>.</a:t>
            </a:r>
          </a:p>
          <a:p>
            <a:pPr marL="98060" indent="-98060">
              <a:buSzPct val="100000"/>
            </a:pPr>
            <a:endParaRPr sz="1800" dirty="0"/>
          </a:p>
          <a:p>
            <a:pPr marL="98060" indent="-98060">
              <a:buSzPct val="100000"/>
            </a:pPr>
            <a:r>
              <a:rPr lang="en-US" sz="1800" dirty="0" err="1"/>
              <a:t>Muestra</a:t>
            </a:r>
            <a:r>
              <a:rPr lang="en-US" sz="1800" dirty="0"/>
              <a:t> </a:t>
            </a:r>
            <a:r>
              <a:rPr lang="en-US" sz="1800" dirty="0" err="1"/>
              <a:t>una</a:t>
            </a:r>
            <a:r>
              <a:rPr lang="en-US" sz="1800" dirty="0"/>
              <a:t> </a:t>
            </a:r>
            <a:r>
              <a:rPr lang="en-US" sz="1800" dirty="0" err="1"/>
              <a:t>tupla</a:t>
            </a:r>
            <a:r>
              <a:rPr lang="en-US" sz="1800" dirty="0"/>
              <a:t> </a:t>
            </a:r>
            <a:r>
              <a:rPr lang="en-US" sz="1800" dirty="0" err="1"/>
              <a:t>representativa</a:t>
            </a:r>
            <a:r>
              <a:rPr lang="en-US" sz="1800" dirty="0"/>
              <a:t> del </a:t>
            </a:r>
            <a:r>
              <a:rPr lang="en-US" sz="1800" dirty="0" err="1"/>
              <a:t>grupo</a:t>
            </a:r>
            <a:r>
              <a:rPr lang="en-US" sz="1800" dirty="0"/>
              <a:t> (resume </a:t>
            </a:r>
            <a:r>
              <a:rPr lang="en-US" sz="1800" dirty="0" err="1"/>
              <a:t>el</a:t>
            </a:r>
            <a:r>
              <a:rPr lang="en-US" sz="1800" dirty="0"/>
              <a:t> </a:t>
            </a:r>
            <a:r>
              <a:rPr lang="en-US" sz="1800" dirty="0" err="1"/>
              <a:t>grupo</a:t>
            </a:r>
            <a:r>
              <a:rPr lang="en-US" sz="1800" dirty="0"/>
              <a:t>). Este valor </a:t>
            </a:r>
            <a:r>
              <a:rPr lang="en-US" sz="1800" dirty="0" err="1"/>
              <a:t>debe</a:t>
            </a:r>
            <a:r>
              <a:rPr lang="en-US" sz="1800" dirty="0"/>
              <a:t> ser </a:t>
            </a:r>
            <a:r>
              <a:rPr lang="en-US" sz="1800" dirty="0" err="1"/>
              <a:t>único</a:t>
            </a:r>
            <a:r>
              <a:rPr lang="en-US" sz="1800" dirty="0"/>
              <a:t> al </a:t>
            </a:r>
            <a:r>
              <a:rPr lang="en-US" sz="1800" dirty="0" err="1"/>
              <a:t>grupo</a:t>
            </a:r>
            <a:r>
              <a:rPr lang="en-US" sz="1800" dirty="0"/>
              <a:t> y </a:t>
            </a:r>
            <a:r>
              <a:rPr lang="en-US" sz="1800" dirty="0" err="1"/>
              <a:t>además</a:t>
            </a:r>
            <a:r>
              <a:rPr lang="en-US" sz="1800" dirty="0"/>
              <a:t> </a:t>
            </a:r>
            <a:r>
              <a:rPr lang="en-US" sz="1800" dirty="0" err="1"/>
              <a:t>si</a:t>
            </a:r>
            <a:r>
              <a:rPr lang="en-US" sz="1800" dirty="0"/>
              <a:t> es un </a:t>
            </a:r>
            <a:r>
              <a:rPr lang="en-US" sz="1800" dirty="0" err="1"/>
              <a:t>atributo</a:t>
            </a:r>
            <a:r>
              <a:rPr lang="en-US" sz="1800" dirty="0"/>
              <a:t>, </a:t>
            </a:r>
            <a:r>
              <a:rPr lang="en-US" sz="1800" dirty="0" err="1"/>
              <a:t>debe</a:t>
            </a:r>
            <a:r>
              <a:rPr lang="en-US" sz="1800" dirty="0"/>
              <a:t> </a:t>
            </a:r>
            <a:r>
              <a:rPr lang="en-US" sz="1800" dirty="0" err="1"/>
              <a:t>estar</a:t>
            </a:r>
            <a:r>
              <a:rPr lang="en-US" sz="1800" dirty="0"/>
              <a:t> </a:t>
            </a:r>
            <a:r>
              <a:rPr lang="en-US" sz="1800" dirty="0" err="1"/>
              <a:t>especificado</a:t>
            </a:r>
            <a:r>
              <a:rPr lang="en-US" sz="1800" dirty="0"/>
              <a:t> </a:t>
            </a:r>
            <a:r>
              <a:rPr lang="en-US" sz="1800" dirty="0" err="1"/>
              <a:t>en</a:t>
            </a:r>
            <a:r>
              <a:rPr lang="en-US" sz="1800" dirty="0"/>
              <a:t> la </a:t>
            </a:r>
            <a:r>
              <a:rPr lang="en-US" sz="1800" dirty="0" err="1"/>
              <a:t>cláusula</a:t>
            </a:r>
            <a:r>
              <a:rPr lang="en-US" sz="1800" dirty="0"/>
              <a:t> group by.</a:t>
            </a:r>
          </a:p>
          <a:p>
            <a:pPr marL="98060" indent="-98060">
              <a:buSzPct val="100000"/>
            </a:pPr>
            <a:endParaRPr lang="en-US" sz="1800" dirty="0"/>
          </a:p>
          <a:p>
            <a:pPr marL="98060" indent="-98060">
              <a:buSzPct val="100000"/>
            </a:pPr>
            <a:r>
              <a:rPr lang="es-ES" sz="1800" dirty="0"/>
              <a:t>El HAVING permite seleccionar los grupos que cumplen la condición indicada</a:t>
            </a:r>
          </a:p>
          <a:p>
            <a:pPr marL="98060" indent="-98060">
              <a:buSzPct val="100000"/>
            </a:pPr>
            <a:endParaRPr sz="1800" dirty="0"/>
          </a:p>
          <a:p>
            <a:pPr marL="98060" indent="-98060">
              <a:buSzPct val="100000"/>
              <a:buNone/>
            </a:pPr>
            <a:endParaRPr sz="1800" dirty="0"/>
          </a:p>
        </p:txBody>
      </p:sp>
      <p:sp>
        <p:nvSpPr>
          <p:cNvPr id="572" name="Google Shape;572;p46"/>
          <p:cNvSpPr txBox="1">
            <a:spLocks noGrp="1"/>
          </p:cNvSpPr>
          <p:nvPr>
            <p:ph type="sldNum" idx="12"/>
          </p:nvPr>
        </p:nvSpPr>
        <p:spPr>
          <a:xfrm>
            <a:off x="5229439" y="4621357"/>
            <a:ext cx="882471" cy="156611"/>
          </a:xfrm>
          <a:prstGeom prst="rect">
            <a:avLst/>
          </a:prstGeom>
          <a:noFill/>
          <a:ln>
            <a:noFill/>
          </a:ln>
        </p:spPr>
        <p:txBody>
          <a:bodyPr spcFirstLastPara="1" wrap="square" lIns="39215" tIns="19602" rIns="39215" bIns="19602" anchor="ctr" anchorCtr="0">
            <a:normAutofit/>
          </a:bodyPr>
          <a:lstStyle/>
          <a:p>
            <a:fld id="{00000000-1234-1234-1234-123412341234}" type="slidenum">
              <a:rPr lang="en-US"/>
              <a:pPr/>
              <a:t>16</a:t>
            </a:fld>
            <a:endParaRPr/>
          </a:p>
        </p:txBody>
      </p:sp>
      <p:sp>
        <p:nvSpPr>
          <p:cNvPr id="573" name="Google Shape;573;p46"/>
          <p:cNvSpPr/>
          <p:nvPr/>
        </p:nvSpPr>
        <p:spPr>
          <a:xfrm>
            <a:off x="2503007" y="2530937"/>
            <a:ext cx="3497198" cy="250809"/>
          </a:xfrm>
          <a:prstGeom prst="rect">
            <a:avLst/>
          </a:prstGeom>
          <a:noFill/>
          <a:ln>
            <a:noFill/>
          </a:ln>
        </p:spPr>
        <p:txBody>
          <a:bodyPr spcFirstLastPara="1" wrap="square" lIns="39215" tIns="19602" rIns="39215" bIns="19602" anchor="t" anchorCtr="0">
            <a:spAutoFit/>
          </a:bodyPr>
          <a:lstStyle/>
          <a:p>
            <a:pPr algn="ctr"/>
            <a:endParaRPr sz="1373">
              <a:solidFill>
                <a:schemeClr val="dk1"/>
              </a:solidFill>
              <a:latin typeface="Tahoma"/>
              <a:ea typeface="Tahoma"/>
              <a:cs typeface="Tahoma"/>
              <a:sym typeface="Tahoma"/>
            </a:endParaRPr>
          </a:p>
        </p:txBody>
      </p:sp>
      <p:sp>
        <p:nvSpPr>
          <p:cNvPr id="9" name="CuadroTexto 8">
            <a:extLst>
              <a:ext uri="{FF2B5EF4-FFF2-40B4-BE49-F238E27FC236}">
                <a16:creationId xmlns:a16="http://schemas.microsoft.com/office/drawing/2014/main" xmlns="" id="{7E6D4E3F-4449-037A-E987-910E8A945BAB}"/>
              </a:ext>
            </a:extLst>
          </p:cNvPr>
          <p:cNvSpPr txBox="1"/>
          <p:nvPr/>
        </p:nvSpPr>
        <p:spPr>
          <a:xfrm>
            <a:off x="373743" y="752200"/>
            <a:ext cx="8233228" cy="369332"/>
          </a:xfrm>
          <a:prstGeom prst="rect">
            <a:avLst/>
          </a:prstGeom>
          <a:solidFill>
            <a:srgbClr val="0070C0"/>
          </a:solidFill>
        </p:spPr>
        <p:txBody>
          <a:bodyPr wrap="square">
            <a:spAutoFit/>
          </a:bodyPr>
          <a:lstStyle/>
          <a:p>
            <a:r>
              <a:rPr lang="en-US" sz="1800" dirty="0">
                <a:solidFill>
                  <a:schemeClr val="bg1"/>
                </a:solidFill>
              </a:rPr>
              <a:t>DML: </a:t>
            </a:r>
            <a:r>
              <a:rPr lang="en-US" sz="1800" dirty="0" err="1">
                <a:solidFill>
                  <a:schemeClr val="bg1"/>
                </a:solidFill>
              </a:rPr>
              <a:t>Grupos</a:t>
            </a:r>
            <a:endParaRPr lang="es-AR" sz="1800"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8" name="Google Shape;588;p48"/>
          <p:cNvSpPr txBox="1">
            <a:spLocks noGrp="1"/>
          </p:cNvSpPr>
          <p:nvPr>
            <p:ph type="body" idx="1"/>
          </p:nvPr>
        </p:nvSpPr>
        <p:spPr>
          <a:xfrm>
            <a:off x="303539" y="1257617"/>
            <a:ext cx="8321021" cy="2090420"/>
          </a:xfrm>
          <a:prstGeom prst="rect">
            <a:avLst/>
          </a:prstGeom>
          <a:noFill/>
          <a:ln>
            <a:noFill/>
          </a:ln>
        </p:spPr>
        <p:txBody>
          <a:bodyPr spcFirstLastPara="1" wrap="square" lIns="39215" tIns="19602" rIns="39215" bIns="19602" anchor="t" anchorCtr="0">
            <a:normAutofit/>
          </a:bodyPr>
          <a:lstStyle/>
          <a:p>
            <a:pPr marL="98060" indent="-98060">
              <a:spcBef>
                <a:spcPts val="0"/>
              </a:spcBef>
              <a:buSzPct val="100000"/>
            </a:pPr>
            <a:r>
              <a:rPr lang="en-US" sz="1400" dirty="0"/>
              <a:t>Una vista es </a:t>
            </a:r>
            <a:r>
              <a:rPr lang="en-US" sz="1400" dirty="0" err="1"/>
              <a:t>definida</a:t>
            </a:r>
            <a:r>
              <a:rPr lang="en-US" sz="1400" dirty="0"/>
              <a:t> </a:t>
            </a:r>
            <a:r>
              <a:rPr lang="en-US" sz="1400" dirty="0" err="1"/>
              <a:t>como</a:t>
            </a:r>
            <a:r>
              <a:rPr lang="en-US" sz="1400" dirty="0"/>
              <a:t> </a:t>
            </a:r>
            <a:r>
              <a:rPr lang="en-US" sz="1400" dirty="0" err="1"/>
              <a:t>una</a:t>
            </a:r>
            <a:r>
              <a:rPr lang="en-US" sz="1400" dirty="0"/>
              <a:t> consulta </a:t>
            </a:r>
            <a:r>
              <a:rPr lang="en-US" sz="1400" dirty="0" err="1"/>
              <a:t>sobre</a:t>
            </a:r>
            <a:r>
              <a:rPr lang="en-US" sz="1400" dirty="0"/>
              <a:t> </a:t>
            </a:r>
            <a:r>
              <a:rPr lang="en-US" sz="1400" dirty="0" err="1"/>
              <a:t>una</a:t>
            </a:r>
            <a:r>
              <a:rPr lang="en-US" sz="1400" dirty="0"/>
              <a:t> o </a:t>
            </a:r>
            <a:r>
              <a:rPr lang="en-US" sz="1400" dirty="0" err="1"/>
              <a:t>más</a:t>
            </a:r>
            <a:r>
              <a:rPr lang="en-US" sz="1400" dirty="0"/>
              <a:t> </a:t>
            </a:r>
            <a:r>
              <a:rPr lang="en-US" sz="1400" dirty="0" err="1"/>
              <a:t>relaciones</a:t>
            </a:r>
            <a:r>
              <a:rPr lang="en-US" sz="1400" dirty="0"/>
              <a:t>, </a:t>
            </a:r>
            <a:r>
              <a:rPr lang="en-US" sz="1400" dirty="0" err="1"/>
              <a:t>guardadas</a:t>
            </a:r>
            <a:r>
              <a:rPr lang="en-US" sz="1400" dirty="0"/>
              <a:t> con un </a:t>
            </a:r>
            <a:r>
              <a:rPr lang="en-US" sz="1400" dirty="0" err="1"/>
              <a:t>nombre</a:t>
            </a:r>
            <a:r>
              <a:rPr lang="en-US" sz="1400" dirty="0"/>
              <a:t> </a:t>
            </a:r>
            <a:r>
              <a:rPr lang="en-US" sz="1400" dirty="0" err="1"/>
              <a:t>en</a:t>
            </a:r>
            <a:r>
              <a:rPr lang="en-US" sz="1400" dirty="0"/>
              <a:t> </a:t>
            </a:r>
            <a:r>
              <a:rPr lang="en-US" sz="1400" dirty="0" err="1"/>
              <a:t>el</a:t>
            </a:r>
            <a:r>
              <a:rPr lang="en-US" sz="1400" dirty="0"/>
              <a:t> </a:t>
            </a:r>
            <a:r>
              <a:rPr lang="en-US" sz="1400" dirty="0" err="1"/>
              <a:t>diccionario</a:t>
            </a:r>
            <a:r>
              <a:rPr lang="en-US" sz="1400" dirty="0"/>
              <a:t> de </a:t>
            </a:r>
            <a:r>
              <a:rPr lang="en-US" sz="1400" dirty="0" err="1"/>
              <a:t>datos</a:t>
            </a:r>
            <a:endParaRPr sz="1400" dirty="0"/>
          </a:p>
          <a:p>
            <a:pPr marL="98060" indent="-98060">
              <a:buSzPct val="100000"/>
            </a:pPr>
            <a:r>
              <a:rPr lang="en-US" sz="1400" dirty="0"/>
              <a:t>¿Por </a:t>
            </a:r>
            <a:r>
              <a:rPr lang="en-US" sz="1400" dirty="0" err="1"/>
              <a:t>qué</a:t>
            </a:r>
            <a:r>
              <a:rPr lang="en-US" sz="1400" dirty="0"/>
              <a:t> usar vistas?</a:t>
            </a:r>
            <a:endParaRPr sz="1400" dirty="0"/>
          </a:p>
          <a:p>
            <a:pPr marL="294178" lvl="1" indent="-98073">
              <a:buSzPct val="100000"/>
            </a:pPr>
            <a:r>
              <a:rPr lang="en-US" sz="1400" dirty="0" err="1"/>
              <a:t>Ocultar</a:t>
            </a:r>
            <a:r>
              <a:rPr lang="en-US" sz="1400" dirty="0"/>
              <a:t> </a:t>
            </a:r>
            <a:r>
              <a:rPr lang="en-US" sz="1400" dirty="0" err="1"/>
              <a:t>información</a:t>
            </a:r>
            <a:r>
              <a:rPr lang="en-US" sz="1400" dirty="0"/>
              <a:t> a </a:t>
            </a:r>
            <a:r>
              <a:rPr lang="en-US" sz="1400" dirty="0" err="1"/>
              <a:t>algunos</a:t>
            </a:r>
            <a:r>
              <a:rPr lang="en-US" sz="1400" dirty="0"/>
              <a:t> </a:t>
            </a:r>
            <a:r>
              <a:rPr lang="en-US" sz="1400" dirty="0" err="1"/>
              <a:t>usuarios</a:t>
            </a:r>
            <a:endParaRPr sz="1400" dirty="0"/>
          </a:p>
          <a:p>
            <a:pPr marL="294178" lvl="1" indent="-98073">
              <a:buSzPct val="100000"/>
            </a:pPr>
            <a:r>
              <a:rPr lang="en-US" sz="1400" dirty="0" err="1"/>
              <a:t>Hacer</a:t>
            </a:r>
            <a:r>
              <a:rPr lang="en-US" sz="1400" dirty="0"/>
              <a:t> </a:t>
            </a:r>
            <a:r>
              <a:rPr lang="en-US" sz="1400" dirty="0" err="1"/>
              <a:t>más</a:t>
            </a:r>
            <a:r>
              <a:rPr lang="en-US" sz="1400" dirty="0"/>
              <a:t> simples </a:t>
            </a:r>
            <a:r>
              <a:rPr lang="en-US" sz="1400" dirty="0" err="1"/>
              <a:t>algunas</a:t>
            </a:r>
            <a:r>
              <a:rPr lang="en-US" sz="1400" dirty="0"/>
              <a:t> </a:t>
            </a:r>
            <a:r>
              <a:rPr lang="en-US" sz="1400" dirty="0" err="1"/>
              <a:t>consultas</a:t>
            </a:r>
            <a:endParaRPr sz="1400" dirty="0"/>
          </a:p>
          <a:p>
            <a:pPr marL="294178" lvl="1" indent="-98073">
              <a:buSzPct val="100000"/>
            </a:pPr>
            <a:r>
              <a:rPr lang="en-US" sz="1400" dirty="0" err="1"/>
              <a:t>Modularidad</a:t>
            </a:r>
            <a:r>
              <a:rPr lang="en-US" sz="1400" dirty="0"/>
              <a:t> </a:t>
            </a:r>
            <a:r>
              <a:rPr lang="en-US" sz="1400" dirty="0" err="1"/>
              <a:t>en</a:t>
            </a:r>
            <a:r>
              <a:rPr lang="en-US" sz="1400" dirty="0"/>
              <a:t> </a:t>
            </a:r>
            <a:r>
              <a:rPr lang="en-US" sz="1400" dirty="0" err="1"/>
              <a:t>el</a:t>
            </a:r>
            <a:r>
              <a:rPr lang="en-US" sz="1400" dirty="0"/>
              <a:t> </a:t>
            </a:r>
            <a:r>
              <a:rPr lang="en-US" sz="1400" dirty="0" err="1"/>
              <a:t>acceso</a:t>
            </a:r>
            <a:r>
              <a:rPr lang="en-US" sz="1400" dirty="0"/>
              <a:t> a la base de </a:t>
            </a:r>
            <a:r>
              <a:rPr lang="en-US" sz="1400" dirty="0" err="1"/>
              <a:t>datos</a:t>
            </a:r>
            <a:endParaRPr sz="1400" dirty="0"/>
          </a:p>
          <a:p>
            <a:pPr marL="98060" indent="-12394">
              <a:buSzPct val="100000"/>
              <a:buNone/>
            </a:pPr>
            <a:endParaRPr sz="1400" dirty="0"/>
          </a:p>
          <a:p>
            <a:pPr marL="98060" indent="-98060">
              <a:buSzPct val="100000"/>
              <a:buNone/>
            </a:pPr>
            <a:endParaRPr sz="1400" dirty="0"/>
          </a:p>
        </p:txBody>
      </p:sp>
      <p:sp>
        <p:nvSpPr>
          <p:cNvPr id="590" name="Google Shape;590;p48"/>
          <p:cNvSpPr txBox="1">
            <a:spLocks noGrp="1"/>
          </p:cNvSpPr>
          <p:nvPr>
            <p:ph type="sldNum" idx="12"/>
          </p:nvPr>
        </p:nvSpPr>
        <p:spPr>
          <a:xfrm>
            <a:off x="5272982" y="4603653"/>
            <a:ext cx="882471" cy="156611"/>
          </a:xfrm>
          <a:prstGeom prst="rect">
            <a:avLst/>
          </a:prstGeom>
          <a:noFill/>
          <a:ln>
            <a:noFill/>
          </a:ln>
        </p:spPr>
        <p:txBody>
          <a:bodyPr spcFirstLastPara="1" wrap="square" lIns="39215" tIns="19602" rIns="39215" bIns="19602" anchor="ctr" anchorCtr="0">
            <a:normAutofit/>
          </a:bodyPr>
          <a:lstStyle/>
          <a:p>
            <a:fld id="{00000000-1234-1234-1234-123412341234}" type="slidenum">
              <a:rPr lang="en-US"/>
              <a:pPr/>
              <a:t>17</a:t>
            </a:fld>
            <a:endParaRPr/>
          </a:p>
        </p:txBody>
      </p:sp>
      <p:sp>
        <p:nvSpPr>
          <p:cNvPr id="591" name="Google Shape;591;p48"/>
          <p:cNvSpPr/>
          <p:nvPr/>
        </p:nvSpPr>
        <p:spPr>
          <a:xfrm>
            <a:off x="2503007" y="2530937"/>
            <a:ext cx="3497198" cy="250809"/>
          </a:xfrm>
          <a:prstGeom prst="rect">
            <a:avLst/>
          </a:prstGeom>
          <a:noFill/>
          <a:ln>
            <a:noFill/>
          </a:ln>
        </p:spPr>
        <p:txBody>
          <a:bodyPr spcFirstLastPara="1" wrap="square" lIns="39215" tIns="19602" rIns="39215" bIns="19602" anchor="t" anchorCtr="0">
            <a:spAutoFit/>
          </a:bodyPr>
          <a:lstStyle/>
          <a:p>
            <a:pPr algn="ctr"/>
            <a:endParaRPr sz="1373">
              <a:solidFill>
                <a:schemeClr val="dk1"/>
              </a:solidFill>
              <a:latin typeface="Tahoma"/>
              <a:ea typeface="Tahoma"/>
              <a:cs typeface="Tahoma"/>
              <a:sym typeface="Tahoma"/>
            </a:endParaRPr>
          </a:p>
        </p:txBody>
      </p:sp>
      <p:sp>
        <p:nvSpPr>
          <p:cNvPr id="7" name="CuadroTexto 6">
            <a:extLst>
              <a:ext uri="{FF2B5EF4-FFF2-40B4-BE49-F238E27FC236}">
                <a16:creationId xmlns:a16="http://schemas.microsoft.com/office/drawing/2014/main" xmlns="" id="{064E0804-E225-375D-A504-0E59DBA27444}"/>
              </a:ext>
            </a:extLst>
          </p:cNvPr>
          <p:cNvSpPr txBox="1"/>
          <p:nvPr/>
        </p:nvSpPr>
        <p:spPr>
          <a:xfrm>
            <a:off x="271435" y="691326"/>
            <a:ext cx="8321021" cy="400110"/>
          </a:xfrm>
          <a:prstGeom prst="rect">
            <a:avLst/>
          </a:prstGeom>
          <a:solidFill>
            <a:srgbClr val="0070C0"/>
          </a:solidFill>
        </p:spPr>
        <p:txBody>
          <a:bodyPr wrap="square">
            <a:spAutoFit/>
          </a:bodyPr>
          <a:lstStyle/>
          <a:p>
            <a:r>
              <a:rPr lang="en-US" sz="2000" dirty="0">
                <a:solidFill>
                  <a:schemeClr val="bg1"/>
                </a:solidFill>
              </a:rPr>
              <a:t>Vistas</a:t>
            </a:r>
            <a:endParaRPr lang="es-AR" sz="2000" dirty="0">
              <a:solidFill>
                <a:schemeClr val="bg1"/>
              </a:solidFill>
            </a:endParaRPr>
          </a:p>
        </p:txBody>
      </p:sp>
      <p:sp>
        <p:nvSpPr>
          <p:cNvPr id="8" name="Google Shape;597;p49">
            <a:extLst>
              <a:ext uri="{FF2B5EF4-FFF2-40B4-BE49-F238E27FC236}">
                <a16:creationId xmlns:a16="http://schemas.microsoft.com/office/drawing/2014/main" xmlns="" id="{06F12596-459E-143F-4764-9DAB7F7500BA}"/>
              </a:ext>
            </a:extLst>
          </p:cNvPr>
          <p:cNvSpPr txBox="1">
            <a:spLocks/>
          </p:cNvSpPr>
          <p:nvPr/>
        </p:nvSpPr>
        <p:spPr>
          <a:xfrm>
            <a:off x="396974" y="3210785"/>
            <a:ext cx="8069942" cy="2090420"/>
          </a:xfrm>
          <a:prstGeom prst="rect">
            <a:avLst/>
          </a:prstGeom>
          <a:solidFill>
            <a:schemeClr val="accent6">
              <a:lumMod val="20000"/>
              <a:lumOff val="80000"/>
            </a:schemeClr>
          </a:solidFill>
          <a:ln>
            <a:noFill/>
          </a:ln>
        </p:spPr>
        <p:txBody>
          <a:bodyPr spcFirstLastPara="1" wrap="square" lIns="39215" tIns="19602" rIns="39215" bIns="19602" anchor="t" anchorCtr="0">
            <a:normAutofit fontScale="92500" lnSpcReduction="10000"/>
          </a:bodyPr>
          <a:lstStyle>
            <a:defPPr marR="0" lvl="0" algn="l" rtl="0">
              <a:lnSpc>
                <a:spcPct val="100000"/>
              </a:lnSpc>
              <a:spcBef>
                <a:spcPts val="0"/>
              </a:spcBef>
              <a:spcAft>
                <a:spcPts val="0"/>
              </a:spcAft>
            </a:defPPr>
            <a:lvl1pPr marL="196118" marR="0" lvl="0" indent="-185224" algn="l" rtl="0">
              <a:lnSpc>
                <a:spcPct val="90000"/>
              </a:lnSpc>
              <a:spcBef>
                <a:spcPts val="430"/>
              </a:spcBef>
              <a:spcAft>
                <a:spcPts val="0"/>
              </a:spcAft>
              <a:buClr>
                <a:schemeClr val="dk1"/>
              </a:buClr>
              <a:buSzPts val="3200"/>
              <a:buFont typeface="Arial"/>
              <a:buChar char="•"/>
              <a:defRPr sz="1373" b="0" i="0" u="none" strike="noStrike" cap="none">
                <a:solidFill>
                  <a:schemeClr val="dk1"/>
                </a:solidFill>
                <a:latin typeface="Calibri"/>
                <a:ea typeface="Calibri"/>
                <a:cs typeface="Calibri"/>
                <a:sym typeface="Calibri"/>
              </a:defRPr>
            </a:lvl1pPr>
            <a:lvl2pPr marL="392237" marR="0" lvl="1" indent="-174327" algn="l" rtl="0">
              <a:lnSpc>
                <a:spcPct val="90000"/>
              </a:lnSpc>
              <a:spcBef>
                <a:spcPts val="214"/>
              </a:spcBef>
              <a:spcAft>
                <a:spcPts val="0"/>
              </a:spcAft>
              <a:buClr>
                <a:schemeClr val="dk1"/>
              </a:buClr>
              <a:buSzPts val="2800"/>
              <a:buFont typeface="Arial"/>
              <a:buChar char="•"/>
              <a:defRPr sz="1201" b="0" i="0" u="none" strike="noStrike" cap="none">
                <a:solidFill>
                  <a:schemeClr val="dk1"/>
                </a:solidFill>
                <a:latin typeface="Calibri"/>
                <a:ea typeface="Calibri"/>
                <a:cs typeface="Calibri"/>
                <a:sym typeface="Calibri"/>
              </a:defRPr>
            </a:lvl2pPr>
            <a:lvl3pPr marL="588354" marR="0" lvl="2" indent="-163432" algn="l" rtl="0">
              <a:lnSpc>
                <a:spcPct val="90000"/>
              </a:lnSpc>
              <a:spcBef>
                <a:spcPts val="214"/>
              </a:spcBef>
              <a:spcAft>
                <a:spcPts val="0"/>
              </a:spcAft>
              <a:buClr>
                <a:schemeClr val="dk1"/>
              </a:buClr>
              <a:buSzPts val="2400"/>
              <a:buFont typeface="Arial"/>
              <a:buChar char="•"/>
              <a:defRPr sz="1030" b="0" i="0" u="none" strike="noStrike" cap="none">
                <a:solidFill>
                  <a:schemeClr val="dk1"/>
                </a:solidFill>
                <a:latin typeface="Calibri"/>
                <a:ea typeface="Calibri"/>
                <a:cs typeface="Calibri"/>
                <a:sym typeface="Calibri"/>
              </a:defRPr>
            </a:lvl3pPr>
            <a:lvl4pPr marL="784472" marR="0" lvl="3"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4pPr>
            <a:lvl5pPr marL="980590" marR="0" lvl="4"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5pPr>
            <a:lvl6pPr marL="1176709" marR="0" lvl="5"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6pPr>
            <a:lvl7pPr marL="1372827" marR="0" lvl="6"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7pPr>
            <a:lvl8pPr marL="1568945" marR="0" lvl="7"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8pPr>
            <a:lvl9pPr marL="1765063" marR="0" lvl="8"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9pPr>
          </a:lstStyle>
          <a:p>
            <a:pPr marL="98060" indent="-98060">
              <a:spcBef>
                <a:spcPts val="0"/>
              </a:spcBef>
              <a:buSzPct val="100000"/>
              <a:buFont typeface="Arial"/>
              <a:buNone/>
            </a:pPr>
            <a:r>
              <a:rPr lang="es-ES" sz="1460"/>
              <a:t>CREATE VIEW &lt;nombre de la vista&gt; [&lt;columna(s)&gt;]  AS</a:t>
            </a:r>
            <a:endParaRPr lang="es-ES"/>
          </a:p>
          <a:p>
            <a:pPr marL="98060" indent="-98060">
              <a:buSzPct val="100000"/>
              <a:buFont typeface="Arial"/>
              <a:buNone/>
            </a:pPr>
            <a:r>
              <a:rPr lang="es-ES" sz="1460"/>
              <a:t> &lt;sentencia select&gt; [ WITH CHECK OPTION ];</a:t>
            </a:r>
            <a:endParaRPr lang="es-ES"/>
          </a:p>
          <a:p>
            <a:pPr marL="98060" indent="-47122">
              <a:buSzPct val="100000"/>
              <a:buFont typeface="Arial"/>
              <a:buNone/>
            </a:pPr>
            <a:endParaRPr lang="es-ES" sz="1460"/>
          </a:p>
          <a:p>
            <a:pPr marL="98060" indent="-98060" algn="just">
              <a:buSzPct val="100000"/>
            </a:pPr>
            <a:r>
              <a:rPr lang="es-ES" sz="1460"/>
              <a:t>Si [&lt;columna(s)&gt;] no está especificado, las columnas toman el mismo nombre de los correspondientes a la trabla generada en la sentencia select.</a:t>
            </a:r>
            <a:endParaRPr lang="es-ES"/>
          </a:p>
          <a:p>
            <a:pPr marL="98060" indent="-98060" algn="just">
              <a:buSzPct val="100000"/>
            </a:pPr>
            <a:r>
              <a:rPr lang="es-ES" sz="1460"/>
              <a:t>Una vista es evaluada cada vez que es accedida.</a:t>
            </a:r>
            <a:endParaRPr lang="es-ES"/>
          </a:p>
          <a:p>
            <a:pPr marL="98060" indent="-98060" algn="just">
              <a:buSzPct val="100000"/>
            </a:pPr>
            <a:r>
              <a:rPr lang="es-ES" sz="1460"/>
              <a:t>La definción de una vista puede usar otra vista.</a:t>
            </a:r>
            <a:endParaRPr lang="es-ES"/>
          </a:p>
          <a:p>
            <a:pPr marL="98060" indent="-98060" algn="just">
              <a:buSzPct val="100000"/>
            </a:pPr>
            <a:r>
              <a:rPr lang="es-ES" sz="1460"/>
              <a:t>La cláusula WITH CHECK OPTION  provoca que si se intenta insertar en la vista una tupla que no satisface la condición de la vista,  esa inserción es rechazada.  Los Updates son similarmente rechazados si el nuevo valor no satisface la condición.</a:t>
            </a:r>
          </a:p>
          <a:p>
            <a:pPr marL="98060" indent="-47122">
              <a:buSzPct val="100000"/>
              <a:buFont typeface="Arial"/>
              <a:buNone/>
            </a:pPr>
            <a:endParaRPr lang="es-ES" sz="146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6" name="Google Shape;606;p50"/>
          <p:cNvSpPr txBox="1">
            <a:spLocks noGrp="1"/>
          </p:cNvSpPr>
          <p:nvPr>
            <p:ph type="body" idx="1"/>
          </p:nvPr>
        </p:nvSpPr>
        <p:spPr>
          <a:xfrm>
            <a:off x="356507" y="936443"/>
            <a:ext cx="8215085" cy="2090420"/>
          </a:xfrm>
          <a:prstGeom prst="rect">
            <a:avLst/>
          </a:prstGeom>
          <a:noFill/>
          <a:ln>
            <a:noFill/>
          </a:ln>
        </p:spPr>
        <p:txBody>
          <a:bodyPr spcFirstLastPara="1" wrap="square" lIns="39215" tIns="19602" rIns="39215" bIns="19602" anchor="t" anchorCtr="0">
            <a:normAutofit/>
          </a:bodyPr>
          <a:lstStyle/>
          <a:p>
            <a:pPr marL="98060" indent="-98060">
              <a:spcBef>
                <a:spcPts val="0"/>
              </a:spcBef>
              <a:buSzPct val="100000"/>
            </a:pPr>
            <a:r>
              <a:rPr lang="en-US" sz="1600" dirty="0"/>
              <a:t>Una vista </a:t>
            </a:r>
            <a:r>
              <a:rPr lang="en-US" sz="1600" dirty="0" err="1"/>
              <a:t>puede</a:t>
            </a:r>
            <a:r>
              <a:rPr lang="en-US" sz="1600" dirty="0"/>
              <a:t> ser </a:t>
            </a:r>
            <a:r>
              <a:rPr lang="en-US" sz="1600" dirty="0" err="1"/>
              <a:t>usada</a:t>
            </a:r>
            <a:r>
              <a:rPr lang="en-US" sz="1600" dirty="0"/>
              <a:t> </a:t>
            </a:r>
            <a:r>
              <a:rPr lang="en-US" sz="1600" dirty="0" err="1"/>
              <a:t>en</a:t>
            </a:r>
            <a:r>
              <a:rPr lang="en-US" sz="1600" dirty="0"/>
              <a:t> </a:t>
            </a:r>
            <a:r>
              <a:rPr lang="en-US" sz="1600" dirty="0" err="1"/>
              <a:t>una</a:t>
            </a:r>
            <a:r>
              <a:rPr lang="en-US" sz="1600" dirty="0"/>
              <a:t> </a:t>
            </a:r>
            <a:r>
              <a:rPr lang="en-US" sz="1600" dirty="0" err="1"/>
              <a:t>sentencia</a:t>
            </a:r>
            <a:r>
              <a:rPr lang="en-US" sz="1600" dirty="0"/>
              <a:t> SELECT </a:t>
            </a:r>
            <a:r>
              <a:rPr lang="en-US" sz="1600" dirty="0" err="1"/>
              <a:t>en</a:t>
            </a:r>
            <a:r>
              <a:rPr lang="en-US" sz="1600" dirty="0"/>
              <a:t> forma </a:t>
            </a:r>
            <a:r>
              <a:rPr lang="en-US" sz="1600" dirty="0" err="1"/>
              <a:t>idéntica</a:t>
            </a:r>
            <a:r>
              <a:rPr lang="en-US" sz="1600" dirty="0"/>
              <a:t> que </a:t>
            </a:r>
            <a:r>
              <a:rPr lang="en-US" sz="1600" dirty="0" err="1"/>
              <a:t>una</a:t>
            </a:r>
            <a:r>
              <a:rPr lang="en-US" sz="1600" dirty="0"/>
              <a:t> </a:t>
            </a:r>
            <a:r>
              <a:rPr lang="en-US" sz="1600" dirty="0" err="1"/>
              <a:t>tabla</a:t>
            </a:r>
            <a:r>
              <a:rPr lang="en-US" sz="1600" dirty="0"/>
              <a:t>.</a:t>
            </a:r>
            <a:endParaRPr sz="1600" dirty="0"/>
          </a:p>
          <a:p>
            <a:pPr marL="98060" indent="-30508">
              <a:buSzPct val="100000"/>
              <a:buNone/>
            </a:pPr>
            <a:endParaRPr sz="1600" dirty="0"/>
          </a:p>
          <a:p>
            <a:pPr marL="98060" indent="-98060">
              <a:buSzPct val="100000"/>
            </a:pPr>
            <a:r>
              <a:rPr lang="en-US" sz="1600" dirty="0"/>
              <a:t>No </a:t>
            </a:r>
            <a:r>
              <a:rPr lang="en-US" sz="1600" dirty="0" err="1"/>
              <a:t>toda</a:t>
            </a:r>
            <a:r>
              <a:rPr lang="en-US" sz="1600" dirty="0"/>
              <a:t> vista </a:t>
            </a:r>
            <a:r>
              <a:rPr lang="en-US" sz="1600" dirty="0" err="1"/>
              <a:t>puede</a:t>
            </a:r>
            <a:r>
              <a:rPr lang="en-US" sz="1600" dirty="0"/>
              <a:t> ser </a:t>
            </a:r>
            <a:r>
              <a:rPr lang="en-US" sz="1600" dirty="0" err="1"/>
              <a:t>actualizada</a:t>
            </a:r>
            <a:r>
              <a:rPr lang="en-US" sz="1600" dirty="0"/>
              <a:t> </a:t>
            </a:r>
            <a:r>
              <a:rPr lang="en-US" sz="1600" dirty="0" err="1"/>
              <a:t>automáticamente</a:t>
            </a:r>
            <a:r>
              <a:rPr lang="en-US" sz="1600" dirty="0"/>
              <a:t> (insert, update, delete).</a:t>
            </a:r>
            <a:endParaRPr sz="1600" dirty="0"/>
          </a:p>
          <a:p>
            <a:pPr marL="98060" indent="-30508">
              <a:buSzPct val="100000"/>
              <a:buNone/>
            </a:pPr>
            <a:endParaRPr sz="1600" dirty="0"/>
          </a:p>
          <a:p>
            <a:pPr marL="98060" indent="-98060">
              <a:buSzPct val="100000"/>
            </a:pPr>
            <a:r>
              <a:rPr lang="en-US" sz="1600" dirty="0"/>
              <a:t>La </a:t>
            </a:r>
            <a:r>
              <a:rPr lang="en-US" sz="1600" dirty="0" err="1"/>
              <a:t>dificultad</a:t>
            </a:r>
            <a:r>
              <a:rPr lang="en-US" sz="1600" dirty="0"/>
              <a:t> de la </a:t>
            </a:r>
            <a:r>
              <a:rPr lang="en-US" sz="1600" dirty="0" err="1"/>
              <a:t>actualización</a:t>
            </a:r>
            <a:r>
              <a:rPr lang="en-US" sz="1600" dirty="0"/>
              <a:t> de vistas </a:t>
            </a:r>
            <a:r>
              <a:rPr lang="en-US" sz="1600" dirty="0" err="1"/>
              <a:t>radica</a:t>
            </a:r>
            <a:r>
              <a:rPr lang="en-US" sz="1600" dirty="0"/>
              <a:t> </a:t>
            </a:r>
            <a:r>
              <a:rPr lang="en-US" sz="1600" dirty="0" err="1"/>
              <a:t>en</a:t>
            </a:r>
            <a:r>
              <a:rPr lang="en-US" sz="1600" dirty="0"/>
              <a:t> que </a:t>
            </a:r>
            <a:r>
              <a:rPr lang="en-US" sz="1600" dirty="0" err="1"/>
              <a:t>éstas</a:t>
            </a:r>
            <a:r>
              <a:rPr lang="en-US" sz="1600" dirty="0"/>
              <a:t> </a:t>
            </a:r>
            <a:r>
              <a:rPr lang="en-US" sz="1600" dirty="0" err="1"/>
              <a:t>deben</a:t>
            </a:r>
            <a:r>
              <a:rPr lang="en-US" sz="1600" dirty="0"/>
              <a:t> ser </a:t>
            </a:r>
            <a:r>
              <a:rPr lang="en-US" sz="1600" dirty="0" err="1"/>
              <a:t>traducidas</a:t>
            </a:r>
            <a:r>
              <a:rPr lang="en-US" sz="1600" dirty="0"/>
              <a:t> a </a:t>
            </a:r>
            <a:r>
              <a:rPr lang="en-US" sz="1600" dirty="0" err="1"/>
              <a:t>actualizaciones</a:t>
            </a:r>
            <a:r>
              <a:rPr lang="en-US" sz="1600" dirty="0"/>
              <a:t> </a:t>
            </a:r>
            <a:r>
              <a:rPr lang="en-US" sz="1600" dirty="0" err="1"/>
              <a:t>sobre</a:t>
            </a:r>
            <a:r>
              <a:rPr lang="en-US" sz="1600" dirty="0"/>
              <a:t> las </a:t>
            </a:r>
            <a:r>
              <a:rPr lang="en-US" sz="1600" dirty="0" err="1"/>
              <a:t>tablas</a:t>
            </a:r>
            <a:r>
              <a:rPr lang="en-US" sz="1600" dirty="0"/>
              <a:t> bases </a:t>
            </a:r>
            <a:r>
              <a:rPr lang="en-US" sz="1600" dirty="0" err="1"/>
              <a:t>sobre</a:t>
            </a:r>
            <a:r>
              <a:rPr lang="en-US" sz="1600" dirty="0"/>
              <a:t> las que </a:t>
            </a:r>
            <a:r>
              <a:rPr lang="en-US" sz="1600" dirty="0" err="1"/>
              <a:t>está</a:t>
            </a:r>
            <a:r>
              <a:rPr lang="en-US" sz="1600" dirty="0"/>
              <a:t> </a:t>
            </a:r>
            <a:r>
              <a:rPr lang="en-US" sz="1600" dirty="0" err="1"/>
              <a:t>definida</a:t>
            </a:r>
            <a:r>
              <a:rPr lang="en-US" sz="1600" dirty="0"/>
              <a:t> la vista</a:t>
            </a:r>
            <a:r>
              <a:rPr lang="en-US" sz="1600" i="1" dirty="0"/>
              <a:t> (create trigger … instead of … )</a:t>
            </a:r>
            <a:endParaRPr sz="1600" dirty="0"/>
          </a:p>
          <a:p>
            <a:pPr marL="98060" indent="-22064">
              <a:buSzPct val="100000"/>
              <a:buNone/>
            </a:pPr>
            <a:endParaRPr sz="1600" dirty="0"/>
          </a:p>
        </p:txBody>
      </p:sp>
      <p:sp>
        <p:nvSpPr>
          <p:cNvPr id="608" name="Google Shape;608;p50"/>
          <p:cNvSpPr txBox="1">
            <a:spLocks noGrp="1"/>
          </p:cNvSpPr>
          <p:nvPr>
            <p:ph type="sldNum" idx="12"/>
          </p:nvPr>
        </p:nvSpPr>
        <p:spPr>
          <a:xfrm>
            <a:off x="5272982" y="4603653"/>
            <a:ext cx="882471" cy="156611"/>
          </a:xfrm>
          <a:prstGeom prst="rect">
            <a:avLst/>
          </a:prstGeom>
          <a:noFill/>
          <a:ln>
            <a:noFill/>
          </a:ln>
        </p:spPr>
        <p:txBody>
          <a:bodyPr spcFirstLastPara="1" wrap="square" lIns="39215" tIns="19602" rIns="39215" bIns="19602" anchor="ctr" anchorCtr="0">
            <a:normAutofit/>
          </a:bodyPr>
          <a:lstStyle/>
          <a:p>
            <a:fld id="{00000000-1234-1234-1234-123412341234}" type="slidenum">
              <a:rPr lang="en-US"/>
              <a:pPr/>
              <a:t>18</a:t>
            </a:fld>
            <a:endParaRPr/>
          </a:p>
        </p:txBody>
      </p:sp>
      <p:sp>
        <p:nvSpPr>
          <p:cNvPr id="609" name="Google Shape;609;p50"/>
          <p:cNvSpPr/>
          <p:nvPr/>
        </p:nvSpPr>
        <p:spPr>
          <a:xfrm>
            <a:off x="3385476" y="4426613"/>
            <a:ext cx="3497198" cy="250809"/>
          </a:xfrm>
          <a:prstGeom prst="rect">
            <a:avLst/>
          </a:prstGeom>
          <a:noFill/>
          <a:ln>
            <a:noFill/>
          </a:ln>
        </p:spPr>
        <p:txBody>
          <a:bodyPr spcFirstLastPara="1" wrap="square" lIns="39215" tIns="19602" rIns="39215" bIns="19602" anchor="t" anchorCtr="0">
            <a:spAutoFit/>
          </a:bodyPr>
          <a:lstStyle/>
          <a:p>
            <a:pPr algn="ctr"/>
            <a:endParaRPr sz="1373">
              <a:solidFill>
                <a:schemeClr val="dk1"/>
              </a:solidFill>
              <a:latin typeface="Tahoma"/>
              <a:ea typeface="Tahoma"/>
              <a:cs typeface="Tahoma"/>
              <a:sym typeface="Tahoma"/>
            </a:endParaRPr>
          </a:p>
        </p:txBody>
      </p:sp>
      <p:sp>
        <p:nvSpPr>
          <p:cNvPr id="6" name="Google Shape;615;p51">
            <a:extLst>
              <a:ext uri="{FF2B5EF4-FFF2-40B4-BE49-F238E27FC236}">
                <a16:creationId xmlns:a16="http://schemas.microsoft.com/office/drawing/2014/main" xmlns="" id="{ADB41BE1-A1E0-3881-CBD4-9DF927D0A2CA}"/>
              </a:ext>
            </a:extLst>
          </p:cNvPr>
          <p:cNvSpPr txBox="1">
            <a:spLocks/>
          </p:cNvSpPr>
          <p:nvPr/>
        </p:nvSpPr>
        <p:spPr>
          <a:xfrm>
            <a:off x="356507" y="3506807"/>
            <a:ext cx="8215085" cy="2486030"/>
          </a:xfrm>
          <a:prstGeom prst="rect">
            <a:avLst/>
          </a:prstGeom>
          <a:noFill/>
          <a:ln>
            <a:noFill/>
          </a:ln>
        </p:spPr>
        <p:txBody>
          <a:bodyPr spcFirstLastPara="1" wrap="square" lIns="39215" tIns="19602" rIns="39215" bIns="19602" anchor="t" anchorCtr="0">
            <a:normAutofit/>
          </a:bodyPr>
          <a:lstStyle>
            <a:defPPr marR="0" lvl="0" algn="l" rtl="0">
              <a:lnSpc>
                <a:spcPct val="100000"/>
              </a:lnSpc>
              <a:spcBef>
                <a:spcPts val="0"/>
              </a:spcBef>
              <a:spcAft>
                <a:spcPts val="0"/>
              </a:spcAft>
            </a:defPPr>
            <a:lvl1pPr marL="196118" marR="0" lvl="0" indent="-185224" algn="l" rtl="0">
              <a:lnSpc>
                <a:spcPct val="90000"/>
              </a:lnSpc>
              <a:spcBef>
                <a:spcPts val="430"/>
              </a:spcBef>
              <a:spcAft>
                <a:spcPts val="0"/>
              </a:spcAft>
              <a:buClr>
                <a:schemeClr val="dk1"/>
              </a:buClr>
              <a:buSzPts val="3200"/>
              <a:buFont typeface="Arial"/>
              <a:buChar char="•"/>
              <a:defRPr sz="1373" b="0" i="0" u="none" strike="noStrike" cap="none">
                <a:solidFill>
                  <a:schemeClr val="dk1"/>
                </a:solidFill>
                <a:latin typeface="Calibri"/>
                <a:ea typeface="Calibri"/>
                <a:cs typeface="Calibri"/>
                <a:sym typeface="Calibri"/>
              </a:defRPr>
            </a:lvl1pPr>
            <a:lvl2pPr marL="392237" marR="0" lvl="1" indent="-174327" algn="l" rtl="0">
              <a:lnSpc>
                <a:spcPct val="90000"/>
              </a:lnSpc>
              <a:spcBef>
                <a:spcPts val="214"/>
              </a:spcBef>
              <a:spcAft>
                <a:spcPts val="0"/>
              </a:spcAft>
              <a:buClr>
                <a:schemeClr val="dk1"/>
              </a:buClr>
              <a:buSzPts val="2800"/>
              <a:buFont typeface="Arial"/>
              <a:buChar char="•"/>
              <a:defRPr sz="1201" b="0" i="0" u="none" strike="noStrike" cap="none">
                <a:solidFill>
                  <a:schemeClr val="dk1"/>
                </a:solidFill>
                <a:latin typeface="Calibri"/>
                <a:ea typeface="Calibri"/>
                <a:cs typeface="Calibri"/>
                <a:sym typeface="Calibri"/>
              </a:defRPr>
            </a:lvl2pPr>
            <a:lvl3pPr marL="588354" marR="0" lvl="2" indent="-163432" algn="l" rtl="0">
              <a:lnSpc>
                <a:spcPct val="90000"/>
              </a:lnSpc>
              <a:spcBef>
                <a:spcPts val="214"/>
              </a:spcBef>
              <a:spcAft>
                <a:spcPts val="0"/>
              </a:spcAft>
              <a:buClr>
                <a:schemeClr val="dk1"/>
              </a:buClr>
              <a:buSzPts val="2400"/>
              <a:buFont typeface="Arial"/>
              <a:buChar char="•"/>
              <a:defRPr sz="1030" b="0" i="0" u="none" strike="noStrike" cap="none">
                <a:solidFill>
                  <a:schemeClr val="dk1"/>
                </a:solidFill>
                <a:latin typeface="Calibri"/>
                <a:ea typeface="Calibri"/>
                <a:cs typeface="Calibri"/>
                <a:sym typeface="Calibri"/>
              </a:defRPr>
            </a:lvl3pPr>
            <a:lvl4pPr marL="784472" marR="0" lvl="3"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4pPr>
            <a:lvl5pPr marL="980590" marR="0" lvl="4"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5pPr>
            <a:lvl6pPr marL="1176709" marR="0" lvl="5"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6pPr>
            <a:lvl7pPr marL="1372827" marR="0" lvl="6"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7pPr>
            <a:lvl8pPr marL="1568945" marR="0" lvl="7"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8pPr>
            <a:lvl9pPr marL="1765063" marR="0" lvl="8" indent="-152537" algn="l" rtl="0">
              <a:lnSpc>
                <a:spcPct val="90000"/>
              </a:lnSpc>
              <a:spcBef>
                <a:spcPts val="214"/>
              </a:spcBef>
              <a:spcAft>
                <a:spcPts val="0"/>
              </a:spcAft>
              <a:buClr>
                <a:schemeClr val="dk1"/>
              </a:buClr>
              <a:buSzPts val="2000"/>
              <a:buFont typeface="Arial"/>
              <a:buChar char="•"/>
              <a:defRPr sz="858" b="0" i="0" u="none" strike="noStrike" cap="none">
                <a:solidFill>
                  <a:schemeClr val="dk1"/>
                </a:solidFill>
                <a:latin typeface="Calibri"/>
                <a:ea typeface="Calibri"/>
                <a:cs typeface="Calibri"/>
                <a:sym typeface="Calibri"/>
              </a:defRPr>
            </a:lvl9pPr>
          </a:lstStyle>
          <a:p>
            <a:pPr marL="98060" indent="-98060">
              <a:spcBef>
                <a:spcPts val="0"/>
              </a:spcBef>
              <a:buSzPct val="100000"/>
            </a:pPr>
            <a:r>
              <a:rPr lang="es-ES" sz="1600" dirty="0"/>
              <a:t>La cláusula </a:t>
            </a:r>
            <a:r>
              <a:rPr lang="es-ES" sz="1600" dirty="0" err="1"/>
              <a:t>from</a:t>
            </a:r>
            <a:r>
              <a:rPr lang="es-ES" sz="1600" dirty="0"/>
              <a:t> debe usar una sola tabla</a:t>
            </a:r>
          </a:p>
          <a:p>
            <a:pPr marL="98060" indent="-98060">
              <a:buSzPct val="100000"/>
            </a:pPr>
            <a:r>
              <a:rPr lang="es-ES" sz="1600" dirty="0"/>
              <a:t>La clausula </a:t>
            </a:r>
            <a:r>
              <a:rPr lang="es-ES" sz="1600" dirty="0" err="1"/>
              <a:t>select</a:t>
            </a:r>
            <a:r>
              <a:rPr lang="es-ES" sz="1600" dirty="0"/>
              <a:t> contiene sólo nombres de atributos, es decir, no tiene:</a:t>
            </a:r>
          </a:p>
          <a:p>
            <a:pPr marL="294178" lvl="1" indent="-98060">
              <a:buSzPct val="100000"/>
            </a:pPr>
            <a:r>
              <a:rPr lang="es-ES" sz="1600" dirty="0"/>
              <a:t> expresiones</a:t>
            </a:r>
          </a:p>
          <a:p>
            <a:pPr marL="294178" lvl="1" indent="-98060">
              <a:buSzPct val="100000"/>
            </a:pPr>
            <a:r>
              <a:rPr lang="es-ES" sz="1600" dirty="0"/>
              <a:t> funciones de agregación</a:t>
            </a:r>
          </a:p>
          <a:p>
            <a:pPr marL="294178" lvl="1" indent="-98060">
              <a:buSzPct val="100000"/>
            </a:pPr>
            <a:r>
              <a:rPr lang="es-ES" sz="1600" dirty="0"/>
              <a:t>especificación de </a:t>
            </a:r>
            <a:r>
              <a:rPr lang="es-ES" sz="1600" dirty="0" err="1"/>
              <a:t>distinct</a:t>
            </a:r>
            <a:endParaRPr lang="es-ES" sz="1600" dirty="0"/>
          </a:p>
          <a:p>
            <a:pPr marL="98060" indent="-98060">
              <a:buSzPct val="100000"/>
            </a:pPr>
            <a:r>
              <a:rPr lang="es-ES" sz="1600" dirty="0"/>
              <a:t>No debe incluir la cláusula </a:t>
            </a:r>
            <a:r>
              <a:rPr lang="es-ES" sz="1600" dirty="0" err="1"/>
              <a:t>group</a:t>
            </a:r>
            <a:r>
              <a:rPr lang="es-ES" sz="1600" dirty="0"/>
              <a:t> </a:t>
            </a:r>
            <a:r>
              <a:rPr lang="es-ES" sz="1600" dirty="0" err="1"/>
              <a:t>by</a:t>
            </a:r>
            <a:r>
              <a:rPr lang="es-ES" sz="1600" dirty="0"/>
              <a:t> en su </a:t>
            </a:r>
            <a:r>
              <a:rPr lang="es-ES" sz="1600" dirty="0" err="1"/>
              <a:t>definción</a:t>
            </a:r>
            <a:endParaRPr lang="es-ES" sz="1600" dirty="0"/>
          </a:p>
          <a:p>
            <a:pPr marL="98060" indent="-98060">
              <a:buSzPct val="100000"/>
            </a:pPr>
            <a:r>
              <a:rPr lang="es-ES" sz="1600" dirty="0"/>
              <a:t>No se ha incluido en la clausula </a:t>
            </a:r>
            <a:r>
              <a:rPr lang="es-ES" sz="1600" dirty="0" err="1"/>
              <a:t>select</a:t>
            </a:r>
            <a:r>
              <a:rPr lang="es-ES" sz="1600" dirty="0"/>
              <a:t> algún atributo que en la tabla base tiene la restricción de </a:t>
            </a:r>
            <a:r>
              <a:rPr lang="es-ES" sz="1600" dirty="0" err="1"/>
              <a:t>not</a:t>
            </a:r>
            <a:r>
              <a:rPr lang="es-ES" sz="1600" dirty="0"/>
              <a:t> </a:t>
            </a:r>
            <a:r>
              <a:rPr lang="es-ES" sz="1600" dirty="0" err="1"/>
              <a:t>null</a:t>
            </a:r>
            <a:endParaRPr lang="es-ES" sz="1600" dirty="0"/>
          </a:p>
          <a:p>
            <a:pPr marL="98060" indent="-26286">
              <a:buSzPct val="100000"/>
              <a:buFont typeface="Arial"/>
              <a:buNone/>
            </a:pPr>
            <a:endParaRPr lang="es-ES" sz="1600" dirty="0"/>
          </a:p>
          <a:p>
            <a:pPr marL="98060" indent="-28410">
              <a:buSzPct val="100000"/>
              <a:buFont typeface="Arial"/>
              <a:buNone/>
            </a:pPr>
            <a:endParaRPr lang="es-ES" sz="1600" i="1" dirty="0"/>
          </a:p>
        </p:txBody>
      </p:sp>
      <p:sp>
        <p:nvSpPr>
          <p:cNvPr id="7" name="Google Shape;616;p51">
            <a:extLst>
              <a:ext uri="{FF2B5EF4-FFF2-40B4-BE49-F238E27FC236}">
                <a16:creationId xmlns:a16="http://schemas.microsoft.com/office/drawing/2014/main" xmlns="" id="{AB2B9238-2C88-06B4-B15C-C1ED45959190}"/>
              </a:ext>
            </a:extLst>
          </p:cNvPr>
          <p:cNvSpPr txBox="1">
            <a:spLocks noGrp="1"/>
          </p:cNvSpPr>
          <p:nvPr>
            <p:ph type="body" idx="2"/>
          </p:nvPr>
        </p:nvSpPr>
        <p:spPr>
          <a:xfrm>
            <a:off x="356507" y="2853513"/>
            <a:ext cx="7902121" cy="335754"/>
          </a:xfrm>
          <a:prstGeom prst="rect">
            <a:avLst/>
          </a:prstGeom>
          <a:solidFill>
            <a:srgbClr val="0070C0"/>
          </a:solidFill>
          <a:ln>
            <a:noFill/>
          </a:ln>
        </p:spPr>
        <p:txBody>
          <a:bodyPr spcFirstLastPara="1" wrap="square" lIns="39215" tIns="19602" rIns="39215" bIns="19602" anchor="t" anchorCtr="0">
            <a:noAutofit/>
          </a:bodyPr>
          <a:lstStyle/>
          <a:p>
            <a:pPr marL="0" indent="0">
              <a:spcBef>
                <a:spcPts val="0"/>
              </a:spcBef>
            </a:pPr>
            <a:r>
              <a:rPr lang="en-US" sz="1600" dirty="0" err="1">
                <a:solidFill>
                  <a:schemeClr val="bg1"/>
                </a:solidFill>
              </a:rPr>
              <a:t>Condiciones</a:t>
            </a:r>
            <a:r>
              <a:rPr lang="en-US" sz="1600" dirty="0">
                <a:solidFill>
                  <a:schemeClr val="bg1"/>
                </a:solidFill>
              </a:rPr>
              <a:t> para que </a:t>
            </a:r>
            <a:r>
              <a:rPr lang="en-US" sz="1600" dirty="0" err="1">
                <a:solidFill>
                  <a:schemeClr val="bg1"/>
                </a:solidFill>
              </a:rPr>
              <a:t>una</a:t>
            </a:r>
            <a:r>
              <a:rPr lang="en-US" sz="1600" dirty="0">
                <a:solidFill>
                  <a:schemeClr val="bg1"/>
                </a:solidFill>
              </a:rPr>
              <a:t> vista </a:t>
            </a:r>
            <a:r>
              <a:rPr lang="en-US" sz="1600" dirty="0" err="1">
                <a:solidFill>
                  <a:schemeClr val="bg1"/>
                </a:solidFill>
              </a:rPr>
              <a:t>pueda</a:t>
            </a:r>
            <a:r>
              <a:rPr lang="en-US" sz="1600" dirty="0">
                <a:solidFill>
                  <a:schemeClr val="bg1"/>
                </a:solidFill>
              </a:rPr>
              <a:t> </a:t>
            </a:r>
            <a:r>
              <a:rPr lang="en-US" sz="1600" dirty="0" err="1">
                <a:solidFill>
                  <a:schemeClr val="bg1"/>
                </a:solidFill>
              </a:rPr>
              <a:t>actualizarse</a:t>
            </a:r>
            <a:r>
              <a:rPr lang="en-US" sz="1600" dirty="0">
                <a:solidFill>
                  <a:schemeClr val="bg1"/>
                </a:solidFill>
              </a:rPr>
              <a:t> </a:t>
            </a:r>
            <a:r>
              <a:rPr lang="en-US" sz="1600" dirty="0" err="1">
                <a:solidFill>
                  <a:schemeClr val="bg1"/>
                </a:solidFill>
              </a:rPr>
              <a:t>automáticamente</a:t>
            </a:r>
            <a:endParaRPr sz="1600"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71"/>
          <p:cNvSpPr txBox="1">
            <a:spLocks noGrp="1"/>
          </p:cNvSpPr>
          <p:nvPr>
            <p:ph type="sldNum" idx="12"/>
          </p:nvPr>
        </p:nvSpPr>
        <p:spPr>
          <a:xfrm>
            <a:off x="5272982" y="4603653"/>
            <a:ext cx="882471" cy="156611"/>
          </a:xfrm>
          <a:prstGeom prst="rect">
            <a:avLst/>
          </a:prstGeom>
          <a:noFill/>
          <a:ln>
            <a:noFill/>
          </a:ln>
        </p:spPr>
        <p:txBody>
          <a:bodyPr spcFirstLastPara="1" wrap="square" lIns="39215" tIns="19602" rIns="39215" bIns="19602" anchor="ctr" anchorCtr="0">
            <a:noAutofit/>
          </a:bodyPr>
          <a:lstStyle/>
          <a:p>
            <a:fld id="{00000000-1234-1234-1234-123412341234}" type="slidenum">
              <a:rPr lang="en-US"/>
              <a:pPr/>
              <a:t>19</a:t>
            </a:fld>
            <a:endParaRPr/>
          </a:p>
        </p:txBody>
      </p:sp>
      <p:pic>
        <p:nvPicPr>
          <p:cNvPr id="775" name="Google Shape;775;p71"/>
          <p:cNvPicPr preferRelativeResize="0"/>
          <p:nvPr/>
        </p:nvPicPr>
        <p:blipFill rotWithShape="1">
          <a:blip r:embed="rId3">
            <a:alphaModFix/>
          </a:blip>
          <a:srcRect/>
          <a:stretch/>
        </p:blipFill>
        <p:spPr>
          <a:xfrm>
            <a:off x="1873250" y="1132115"/>
            <a:ext cx="5181600" cy="388982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Tema de Offic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TotalTime>
  <Words>1263</Words>
  <Application>Microsoft Office PowerPoint</Application>
  <PresentationFormat>Personalizado</PresentationFormat>
  <Paragraphs>372</Paragraphs>
  <Slides>19</Slides>
  <Notes>19</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19</vt:i4>
      </vt:variant>
    </vt:vector>
  </HeadingPairs>
  <TitlesOfParts>
    <vt:vector size="26" baseType="lpstr">
      <vt:lpstr>Tahoma</vt:lpstr>
      <vt:lpstr>Calibri</vt:lpstr>
      <vt:lpstr>Wingdings</vt:lpstr>
      <vt:lpstr>Arial</vt:lpstr>
      <vt:lpstr>Times New Roman</vt:lpstr>
      <vt:lpstr>Comic Sans MS</vt:lpstr>
      <vt:lpstr>Office Theme</vt:lpstr>
      <vt:lpstr>Presentación de PowerPoint</vt:lpstr>
      <vt:lpstr>Introducción</vt:lpstr>
      <vt:lpstr>SQL: DDL y DML</vt:lpstr>
      <vt:lpstr>DDL</vt:lpstr>
      <vt:lpstr>DML</vt:lpstr>
      <vt:lpstr>Presentación de PowerPoint</vt:lpstr>
      <vt:lpstr>DML</vt:lpstr>
      <vt:lpstr>Presentación de PowerPoint</vt:lpstr>
      <vt:lpstr>DML</vt:lpstr>
      <vt:lpstr>Presentación de PowerPoint</vt:lpstr>
      <vt:lpstr>Presentación de PowerPoint</vt:lpstr>
      <vt:lpstr> DML</vt:lpstr>
      <vt:lpstr>Presentación de PowerPoint</vt:lpstr>
      <vt:lpstr>DML: Join</vt:lpstr>
      <vt:lpstr>DML: Funciones de Resumen</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carlos</dc:creator>
  <cp:lastModifiedBy>patricia</cp:lastModifiedBy>
  <cp:revision>5</cp:revision>
  <dcterms:created xsi:type="dcterms:W3CDTF">2006-05-04T20:43:49Z</dcterms:created>
  <dcterms:modified xsi:type="dcterms:W3CDTF">2024-04-30T17:45:01Z</dcterms:modified>
</cp:coreProperties>
</file>