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86" r:id="rId3"/>
    <p:sldId id="299" r:id="rId4"/>
    <p:sldId id="300" r:id="rId5"/>
    <p:sldId id="302" r:id="rId6"/>
    <p:sldId id="301" r:id="rId7"/>
    <p:sldId id="303" r:id="rId8"/>
    <p:sldId id="304" r:id="rId9"/>
    <p:sldId id="305" r:id="rId10"/>
    <p:sldId id="306" r:id="rId11"/>
    <p:sldId id="307" r:id="rId12"/>
    <p:sldId id="308" r:id="rId13"/>
    <p:sldId id="310" r:id="rId14"/>
    <p:sldId id="311" r:id="rId15"/>
    <p:sldId id="312" r:id="rId16"/>
    <p:sldId id="313" r:id="rId17"/>
    <p:sldId id="314" r:id="rId18"/>
    <p:sldId id="315" r:id="rId19"/>
    <p:sldId id="317" r:id="rId20"/>
    <p:sldId id="316" r:id="rId21"/>
    <p:sldId id="318" r:id="rId22"/>
    <p:sldId id="319" r:id="rId23"/>
    <p:sldId id="320" r:id="rId24"/>
    <p:sldId id="283" r:id="rId25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5" autoAdjust="0"/>
    <p:restoredTop sz="94640" autoAdjust="0"/>
  </p:normalViewPr>
  <p:slideViewPr>
    <p:cSldViewPr snapToGrid="0">
      <p:cViewPr varScale="1">
        <p:scale>
          <a:sx n="81" d="100"/>
          <a:sy n="81" d="100"/>
        </p:scale>
        <p:origin x="84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D4209A-1597-4ACA-A30F-819C4D45E09E}" type="doc">
      <dgm:prSet loTypeId="urn:microsoft.com/office/officeart/2005/8/layout/chevron2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s-ES"/>
        </a:p>
      </dgm:t>
    </dgm:pt>
    <dgm:pt modelId="{043E7D19-A7EC-4992-89B2-583663E56FCB}">
      <dgm:prSet phldrT="[Texto]"/>
      <dgm:spPr/>
      <dgm:t>
        <a:bodyPr/>
        <a:lstStyle/>
        <a:p>
          <a:r>
            <a:rPr lang="es-ES"/>
            <a:t>Modelos Conceptuales</a:t>
          </a:r>
          <a:endParaRPr lang="es-ES" dirty="0"/>
        </a:p>
      </dgm:t>
    </dgm:pt>
    <dgm:pt modelId="{933626A6-A0B7-4166-910B-B62ABF4C0DA7}" type="parTrans" cxnId="{4C5B566F-1588-4A05-8A2C-9B2DCCF071DC}">
      <dgm:prSet/>
      <dgm:spPr/>
      <dgm:t>
        <a:bodyPr/>
        <a:lstStyle/>
        <a:p>
          <a:endParaRPr lang="es-ES"/>
        </a:p>
      </dgm:t>
    </dgm:pt>
    <dgm:pt modelId="{B22E8D2D-D5CC-4E63-BC2C-CA0D6B7F63C9}" type="sibTrans" cxnId="{4C5B566F-1588-4A05-8A2C-9B2DCCF071DC}">
      <dgm:prSet/>
      <dgm:spPr/>
      <dgm:t>
        <a:bodyPr/>
        <a:lstStyle/>
        <a:p>
          <a:endParaRPr lang="es-ES"/>
        </a:p>
      </dgm:t>
    </dgm:pt>
    <dgm:pt modelId="{36FDE46A-27A1-43D9-9AA6-8F6E2A97643D}">
      <dgm:prSet phldrT="[Texto]"/>
      <dgm:spPr/>
      <dgm:t>
        <a:bodyPr/>
        <a:lstStyle/>
        <a:p>
          <a:r>
            <a:rPr lang="es-ES" dirty="0"/>
            <a:t>Orientados a la descripción de estructuras de datos y restricciones de integridad.</a:t>
          </a:r>
        </a:p>
      </dgm:t>
    </dgm:pt>
    <dgm:pt modelId="{C4BFF628-A3FF-49AC-8D98-FDB21FB368AC}" type="parTrans" cxnId="{06863E9B-4E30-4ECD-B919-24E175D325E3}">
      <dgm:prSet/>
      <dgm:spPr/>
      <dgm:t>
        <a:bodyPr/>
        <a:lstStyle/>
        <a:p>
          <a:endParaRPr lang="es-ES"/>
        </a:p>
      </dgm:t>
    </dgm:pt>
    <dgm:pt modelId="{79B2D3C9-3C11-4A8F-A288-87A243CDB86D}" type="sibTrans" cxnId="{06863E9B-4E30-4ECD-B919-24E175D325E3}">
      <dgm:prSet/>
      <dgm:spPr/>
      <dgm:t>
        <a:bodyPr/>
        <a:lstStyle/>
        <a:p>
          <a:endParaRPr lang="es-ES"/>
        </a:p>
      </dgm:t>
    </dgm:pt>
    <dgm:pt modelId="{7DCCD84F-3375-4AB0-8C05-E10C3DB95944}">
      <dgm:prSet phldrT="[Texto]"/>
      <dgm:spPr/>
      <dgm:t>
        <a:bodyPr/>
        <a:lstStyle/>
        <a:p>
          <a:r>
            <a:rPr lang="es-ES" i="1" dirty="0"/>
            <a:t>Ej. Modelo entidad-</a:t>
          </a:r>
          <a:r>
            <a:rPr lang="es-ES" i="1" dirty="0" err="1"/>
            <a:t>relacion</a:t>
          </a:r>
          <a:endParaRPr lang="es-ES" i="1" dirty="0"/>
        </a:p>
      </dgm:t>
    </dgm:pt>
    <dgm:pt modelId="{7BE9C577-D139-4EBF-A325-9A1B97FDBA93}" type="parTrans" cxnId="{A8629C7C-262B-4897-AC54-7B66F33346E3}">
      <dgm:prSet/>
      <dgm:spPr/>
      <dgm:t>
        <a:bodyPr/>
        <a:lstStyle/>
        <a:p>
          <a:endParaRPr lang="es-ES"/>
        </a:p>
      </dgm:t>
    </dgm:pt>
    <dgm:pt modelId="{B3B88025-46C4-46F6-AED1-25663975A168}" type="sibTrans" cxnId="{A8629C7C-262B-4897-AC54-7B66F33346E3}">
      <dgm:prSet/>
      <dgm:spPr/>
      <dgm:t>
        <a:bodyPr/>
        <a:lstStyle/>
        <a:p>
          <a:endParaRPr lang="es-ES"/>
        </a:p>
      </dgm:t>
    </dgm:pt>
    <dgm:pt modelId="{B49A358A-60A3-42D9-ABFD-B5759C417555}">
      <dgm:prSet phldrT="[Texto]"/>
      <dgm:spPr/>
      <dgm:t>
        <a:bodyPr/>
        <a:lstStyle/>
        <a:p>
          <a:r>
            <a:rPr lang="es-ES" dirty="0"/>
            <a:t>Modelo de Datos Lógicos</a:t>
          </a:r>
        </a:p>
      </dgm:t>
    </dgm:pt>
    <dgm:pt modelId="{E6F3E5C0-7AE1-4E66-997E-59D53DB27A87}" type="parTrans" cxnId="{3811C9E1-FFAD-4A0C-9A20-B1DD366701E4}">
      <dgm:prSet/>
      <dgm:spPr/>
      <dgm:t>
        <a:bodyPr/>
        <a:lstStyle/>
        <a:p>
          <a:endParaRPr lang="es-ES"/>
        </a:p>
      </dgm:t>
    </dgm:pt>
    <dgm:pt modelId="{12A4267E-D0FA-4060-9FB9-FC90B4195630}" type="sibTrans" cxnId="{3811C9E1-FFAD-4A0C-9A20-B1DD366701E4}">
      <dgm:prSet/>
      <dgm:spPr/>
      <dgm:t>
        <a:bodyPr/>
        <a:lstStyle/>
        <a:p>
          <a:endParaRPr lang="es-ES"/>
        </a:p>
      </dgm:t>
    </dgm:pt>
    <dgm:pt modelId="{E15A14C9-E1A4-4728-966D-59A57888967C}">
      <dgm:prSet phldrT="[Texto]"/>
      <dgm:spPr/>
      <dgm:t>
        <a:bodyPr/>
        <a:lstStyle/>
        <a:p>
          <a:r>
            <a:rPr lang="es-ES" dirty="0"/>
            <a:t>Orientados a las operaciones mas que a la descripción de una realidad</a:t>
          </a:r>
        </a:p>
      </dgm:t>
    </dgm:pt>
    <dgm:pt modelId="{C72A6106-FFA5-4E4A-9357-C3182C1CAB2A}" type="parTrans" cxnId="{859EDAAA-7106-4604-B18E-584215D5A152}">
      <dgm:prSet/>
      <dgm:spPr/>
      <dgm:t>
        <a:bodyPr/>
        <a:lstStyle/>
        <a:p>
          <a:endParaRPr lang="es-ES"/>
        </a:p>
      </dgm:t>
    </dgm:pt>
    <dgm:pt modelId="{7B0CDD23-83DA-435E-8DDA-465CD3216A22}" type="sibTrans" cxnId="{859EDAAA-7106-4604-B18E-584215D5A152}">
      <dgm:prSet/>
      <dgm:spPr/>
      <dgm:t>
        <a:bodyPr/>
        <a:lstStyle/>
        <a:p>
          <a:endParaRPr lang="es-ES"/>
        </a:p>
      </dgm:t>
    </dgm:pt>
    <dgm:pt modelId="{2493825E-2EDF-4A17-8B1A-36BB8D8DE056}">
      <dgm:prSet phldrT="[Texto]"/>
      <dgm:spPr/>
      <dgm:t>
        <a:bodyPr/>
        <a:lstStyle/>
        <a:p>
          <a:r>
            <a:rPr lang="es-ES" dirty="0"/>
            <a:t>Implementados en </a:t>
          </a:r>
          <a:r>
            <a:rPr lang="es-ES" dirty="0" err="1"/>
            <a:t>algun</a:t>
          </a:r>
          <a:r>
            <a:rPr lang="es-ES" dirty="0"/>
            <a:t> SGBD.</a:t>
          </a:r>
        </a:p>
      </dgm:t>
    </dgm:pt>
    <dgm:pt modelId="{B8809109-0822-4ED8-AC50-487147A3CA59}" type="parTrans" cxnId="{18670B51-A8E3-4309-8338-C6FEAE65B466}">
      <dgm:prSet/>
      <dgm:spPr/>
      <dgm:t>
        <a:bodyPr/>
        <a:lstStyle/>
        <a:p>
          <a:endParaRPr lang="es-ES"/>
        </a:p>
      </dgm:t>
    </dgm:pt>
    <dgm:pt modelId="{66C843F1-C0E9-44DD-90E1-8FB2CA595987}" type="sibTrans" cxnId="{18670B51-A8E3-4309-8338-C6FEAE65B466}">
      <dgm:prSet/>
      <dgm:spPr/>
      <dgm:t>
        <a:bodyPr/>
        <a:lstStyle/>
        <a:p>
          <a:endParaRPr lang="es-ES"/>
        </a:p>
      </dgm:t>
    </dgm:pt>
    <dgm:pt modelId="{125C4F9E-1661-4B6F-895F-FC0A7CE7258E}">
      <dgm:prSet phldrT="[Texto]"/>
      <dgm:spPr/>
      <dgm:t>
        <a:bodyPr/>
        <a:lstStyle/>
        <a:p>
          <a:r>
            <a:rPr lang="es-ES" dirty="0"/>
            <a:t>Modelo de Datos Físicos</a:t>
          </a:r>
        </a:p>
      </dgm:t>
    </dgm:pt>
    <dgm:pt modelId="{079F81D9-7634-4619-B603-F3302DA64E15}" type="parTrans" cxnId="{EA1DED28-10BA-4A7B-B60B-1483CFB3BA3E}">
      <dgm:prSet/>
      <dgm:spPr/>
      <dgm:t>
        <a:bodyPr/>
        <a:lstStyle/>
        <a:p>
          <a:endParaRPr lang="es-ES"/>
        </a:p>
      </dgm:t>
    </dgm:pt>
    <dgm:pt modelId="{2CEA1EA3-4A85-4EB4-9B9D-6980322C752C}" type="sibTrans" cxnId="{EA1DED28-10BA-4A7B-B60B-1483CFB3BA3E}">
      <dgm:prSet/>
      <dgm:spPr/>
      <dgm:t>
        <a:bodyPr/>
        <a:lstStyle/>
        <a:p>
          <a:endParaRPr lang="es-ES"/>
        </a:p>
      </dgm:t>
    </dgm:pt>
    <dgm:pt modelId="{143E6C92-5459-4044-9EF0-31E27D2BDD38}">
      <dgm:prSet phldrT="[Texto]"/>
      <dgm:spPr/>
      <dgm:t>
        <a:bodyPr/>
        <a:lstStyle/>
        <a:p>
          <a:r>
            <a:rPr lang="es-ES" dirty="0"/>
            <a:t>Estructuras de datos de bajo nivel implementadas dentro del propio SGBD</a:t>
          </a:r>
        </a:p>
      </dgm:t>
    </dgm:pt>
    <dgm:pt modelId="{E5D40045-549B-47E6-A432-26956C4D2449}" type="parTrans" cxnId="{4C206864-6579-4342-AFA3-9073263D9FF5}">
      <dgm:prSet/>
      <dgm:spPr/>
      <dgm:t>
        <a:bodyPr/>
        <a:lstStyle/>
        <a:p>
          <a:endParaRPr lang="es-ES"/>
        </a:p>
      </dgm:t>
    </dgm:pt>
    <dgm:pt modelId="{3267B6C6-EFB9-4D81-B427-DCBD70ADB091}" type="sibTrans" cxnId="{4C206864-6579-4342-AFA3-9073263D9FF5}">
      <dgm:prSet/>
      <dgm:spPr/>
      <dgm:t>
        <a:bodyPr/>
        <a:lstStyle/>
        <a:p>
          <a:endParaRPr lang="es-ES"/>
        </a:p>
      </dgm:t>
    </dgm:pt>
    <dgm:pt modelId="{CEDA6D30-1C55-489D-8787-C8A25379CA44}">
      <dgm:prSet phldrT="[Texto]"/>
      <dgm:spPr/>
      <dgm:t>
        <a:bodyPr/>
        <a:lstStyle/>
        <a:p>
          <a:r>
            <a:rPr lang="es-ES" i="1" dirty="0"/>
            <a:t>Ej. Modelo Relacional</a:t>
          </a:r>
        </a:p>
      </dgm:t>
    </dgm:pt>
    <dgm:pt modelId="{981CA96A-53FF-466E-AEAC-AB5BE4F07E85}" type="parTrans" cxnId="{93F3200E-BC2E-4178-9E86-FA83A1835779}">
      <dgm:prSet/>
      <dgm:spPr/>
      <dgm:t>
        <a:bodyPr/>
        <a:lstStyle/>
        <a:p>
          <a:endParaRPr lang="es-ES"/>
        </a:p>
      </dgm:t>
    </dgm:pt>
    <dgm:pt modelId="{0735B815-3311-4CC8-8D00-6E1BD56B85FE}" type="sibTrans" cxnId="{93F3200E-BC2E-4178-9E86-FA83A1835779}">
      <dgm:prSet/>
      <dgm:spPr/>
      <dgm:t>
        <a:bodyPr/>
        <a:lstStyle/>
        <a:p>
          <a:endParaRPr lang="es-ES"/>
        </a:p>
      </dgm:t>
    </dgm:pt>
    <dgm:pt modelId="{A9E54CB5-B2F1-4EC6-B116-A7D607F0F0B8}">
      <dgm:prSet phldrT="[Texto]"/>
      <dgm:spPr/>
      <dgm:t>
        <a:bodyPr/>
        <a:lstStyle/>
        <a:p>
          <a:r>
            <a:rPr lang="es-ES" dirty="0"/>
            <a:t>Ej. Registros, arboles B+, Estructuras HASH, etc.</a:t>
          </a:r>
        </a:p>
      </dgm:t>
    </dgm:pt>
    <dgm:pt modelId="{3F909A8C-5B72-40CE-BCA5-8255B169D806}" type="parTrans" cxnId="{134C1B16-DCD7-40FB-AABB-DAC085749D17}">
      <dgm:prSet/>
      <dgm:spPr/>
      <dgm:t>
        <a:bodyPr/>
        <a:lstStyle/>
        <a:p>
          <a:endParaRPr lang="es-ES"/>
        </a:p>
      </dgm:t>
    </dgm:pt>
    <dgm:pt modelId="{8AD5F829-5578-40F3-80DD-1078439CF3F2}" type="sibTrans" cxnId="{134C1B16-DCD7-40FB-AABB-DAC085749D17}">
      <dgm:prSet/>
      <dgm:spPr/>
      <dgm:t>
        <a:bodyPr/>
        <a:lstStyle/>
        <a:p>
          <a:endParaRPr lang="es-ES"/>
        </a:p>
      </dgm:t>
    </dgm:pt>
    <dgm:pt modelId="{0ECAF7C1-BE48-4059-A394-8C4FBBF87638}" type="pres">
      <dgm:prSet presAssocID="{87D4209A-1597-4ACA-A30F-819C4D45E09E}" presName="linearFlow" presStyleCnt="0">
        <dgm:presLayoutVars>
          <dgm:dir/>
          <dgm:animLvl val="lvl"/>
          <dgm:resizeHandles val="exact"/>
        </dgm:presLayoutVars>
      </dgm:prSet>
      <dgm:spPr/>
    </dgm:pt>
    <dgm:pt modelId="{BD9E204F-4F92-4A3F-A9E0-E9EDD7102BE5}" type="pres">
      <dgm:prSet presAssocID="{043E7D19-A7EC-4992-89B2-583663E56FCB}" presName="composite" presStyleCnt="0"/>
      <dgm:spPr/>
    </dgm:pt>
    <dgm:pt modelId="{14FF4666-B87B-497E-814A-7802E5E7B377}" type="pres">
      <dgm:prSet presAssocID="{043E7D19-A7EC-4992-89B2-583663E56FC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A605B6B9-BD62-4584-A23A-B352FDD3DFD8}" type="pres">
      <dgm:prSet presAssocID="{043E7D19-A7EC-4992-89B2-583663E56FCB}" presName="descendantText" presStyleLbl="alignAcc1" presStyleIdx="0" presStyleCnt="3">
        <dgm:presLayoutVars>
          <dgm:bulletEnabled val="1"/>
        </dgm:presLayoutVars>
      </dgm:prSet>
      <dgm:spPr/>
    </dgm:pt>
    <dgm:pt modelId="{AA994138-6F3F-4885-B3A5-EEE80F98DD0E}" type="pres">
      <dgm:prSet presAssocID="{B22E8D2D-D5CC-4E63-BC2C-CA0D6B7F63C9}" presName="sp" presStyleCnt="0"/>
      <dgm:spPr/>
    </dgm:pt>
    <dgm:pt modelId="{6463221E-DE16-4D81-B7C6-80D4DCBB82B5}" type="pres">
      <dgm:prSet presAssocID="{B49A358A-60A3-42D9-ABFD-B5759C417555}" presName="composite" presStyleCnt="0"/>
      <dgm:spPr/>
    </dgm:pt>
    <dgm:pt modelId="{0EE4D7D1-3A6B-44DC-B8F4-2E4950F5F86A}" type="pres">
      <dgm:prSet presAssocID="{B49A358A-60A3-42D9-ABFD-B5759C417555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1DEB1C47-C0C7-40BA-9563-64E13E088537}" type="pres">
      <dgm:prSet presAssocID="{B49A358A-60A3-42D9-ABFD-B5759C417555}" presName="descendantText" presStyleLbl="alignAcc1" presStyleIdx="1" presStyleCnt="3">
        <dgm:presLayoutVars>
          <dgm:bulletEnabled val="1"/>
        </dgm:presLayoutVars>
      </dgm:prSet>
      <dgm:spPr/>
    </dgm:pt>
    <dgm:pt modelId="{01B402F1-CAF5-4E62-8C38-5B4A1FCC86ED}" type="pres">
      <dgm:prSet presAssocID="{12A4267E-D0FA-4060-9FB9-FC90B4195630}" presName="sp" presStyleCnt="0"/>
      <dgm:spPr/>
    </dgm:pt>
    <dgm:pt modelId="{1B447789-CADF-46BD-946A-9B0B514197E7}" type="pres">
      <dgm:prSet presAssocID="{125C4F9E-1661-4B6F-895F-FC0A7CE7258E}" presName="composite" presStyleCnt="0"/>
      <dgm:spPr/>
    </dgm:pt>
    <dgm:pt modelId="{2D446CD1-2111-4637-B35D-0D2678552528}" type="pres">
      <dgm:prSet presAssocID="{125C4F9E-1661-4B6F-895F-FC0A7CE7258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01C0BDA-65FD-4EFA-8B5B-0AF8A41439F3}" type="pres">
      <dgm:prSet presAssocID="{125C4F9E-1661-4B6F-895F-FC0A7CE7258E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F4E1206-06A0-4FA9-9C35-74896924B637}" type="presOf" srcId="{125C4F9E-1661-4B6F-895F-FC0A7CE7258E}" destId="{2D446CD1-2111-4637-B35D-0D2678552528}" srcOrd="0" destOrd="0" presId="urn:microsoft.com/office/officeart/2005/8/layout/chevron2"/>
    <dgm:cxn modelId="{F59E9A06-B81E-435A-B5EB-93886A58B8AB}" type="presOf" srcId="{043E7D19-A7EC-4992-89B2-583663E56FCB}" destId="{14FF4666-B87B-497E-814A-7802E5E7B377}" srcOrd="0" destOrd="0" presId="urn:microsoft.com/office/officeart/2005/8/layout/chevron2"/>
    <dgm:cxn modelId="{93F3200E-BC2E-4178-9E86-FA83A1835779}" srcId="{B49A358A-60A3-42D9-ABFD-B5759C417555}" destId="{CEDA6D30-1C55-489D-8787-C8A25379CA44}" srcOrd="2" destOrd="0" parTransId="{981CA96A-53FF-466E-AEAC-AB5BE4F07E85}" sibTransId="{0735B815-3311-4CC8-8D00-6E1BD56B85FE}"/>
    <dgm:cxn modelId="{134C1B16-DCD7-40FB-AABB-DAC085749D17}" srcId="{125C4F9E-1661-4B6F-895F-FC0A7CE7258E}" destId="{A9E54CB5-B2F1-4EC6-B116-A7D607F0F0B8}" srcOrd="1" destOrd="0" parTransId="{3F909A8C-5B72-40CE-BCA5-8255B169D806}" sibTransId="{8AD5F829-5578-40F3-80DD-1078439CF3F2}"/>
    <dgm:cxn modelId="{649DCE1E-99AF-4E48-B5D1-64A86B9229A3}" type="presOf" srcId="{7DCCD84F-3375-4AB0-8C05-E10C3DB95944}" destId="{A605B6B9-BD62-4584-A23A-B352FDD3DFD8}" srcOrd="0" destOrd="1" presId="urn:microsoft.com/office/officeart/2005/8/layout/chevron2"/>
    <dgm:cxn modelId="{26C06521-8FA5-4223-BCED-46AEB2EE99A7}" type="presOf" srcId="{36FDE46A-27A1-43D9-9AA6-8F6E2A97643D}" destId="{A605B6B9-BD62-4584-A23A-B352FDD3DFD8}" srcOrd="0" destOrd="0" presId="urn:microsoft.com/office/officeart/2005/8/layout/chevron2"/>
    <dgm:cxn modelId="{BE91E626-5D38-49CA-BA01-8D30D283C577}" type="presOf" srcId="{2493825E-2EDF-4A17-8B1A-36BB8D8DE056}" destId="{1DEB1C47-C0C7-40BA-9563-64E13E088537}" srcOrd="0" destOrd="1" presId="urn:microsoft.com/office/officeart/2005/8/layout/chevron2"/>
    <dgm:cxn modelId="{EA1DED28-10BA-4A7B-B60B-1483CFB3BA3E}" srcId="{87D4209A-1597-4ACA-A30F-819C4D45E09E}" destId="{125C4F9E-1661-4B6F-895F-FC0A7CE7258E}" srcOrd="2" destOrd="0" parTransId="{079F81D9-7634-4619-B603-F3302DA64E15}" sibTransId="{2CEA1EA3-4A85-4EB4-9B9D-6980322C752C}"/>
    <dgm:cxn modelId="{4C206864-6579-4342-AFA3-9073263D9FF5}" srcId="{125C4F9E-1661-4B6F-895F-FC0A7CE7258E}" destId="{143E6C92-5459-4044-9EF0-31E27D2BDD38}" srcOrd="0" destOrd="0" parTransId="{E5D40045-549B-47E6-A432-26956C4D2449}" sibTransId="{3267B6C6-EFB9-4D81-B427-DCBD70ADB091}"/>
    <dgm:cxn modelId="{641C7B69-A0D7-4F66-A3F7-315B63FBF7D1}" type="presOf" srcId="{E15A14C9-E1A4-4728-966D-59A57888967C}" destId="{1DEB1C47-C0C7-40BA-9563-64E13E088537}" srcOrd="0" destOrd="0" presId="urn:microsoft.com/office/officeart/2005/8/layout/chevron2"/>
    <dgm:cxn modelId="{4C5B566F-1588-4A05-8A2C-9B2DCCF071DC}" srcId="{87D4209A-1597-4ACA-A30F-819C4D45E09E}" destId="{043E7D19-A7EC-4992-89B2-583663E56FCB}" srcOrd="0" destOrd="0" parTransId="{933626A6-A0B7-4166-910B-B62ABF4C0DA7}" sibTransId="{B22E8D2D-D5CC-4E63-BC2C-CA0D6B7F63C9}"/>
    <dgm:cxn modelId="{18670B51-A8E3-4309-8338-C6FEAE65B466}" srcId="{B49A358A-60A3-42D9-ABFD-B5759C417555}" destId="{2493825E-2EDF-4A17-8B1A-36BB8D8DE056}" srcOrd="1" destOrd="0" parTransId="{B8809109-0822-4ED8-AC50-487147A3CA59}" sibTransId="{66C843F1-C0E9-44DD-90E1-8FB2CA595987}"/>
    <dgm:cxn modelId="{29A76F51-8DA3-4991-8F8A-80509626D0BD}" type="presOf" srcId="{143E6C92-5459-4044-9EF0-31E27D2BDD38}" destId="{301C0BDA-65FD-4EFA-8B5B-0AF8A41439F3}" srcOrd="0" destOrd="0" presId="urn:microsoft.com/office/officeart/2005/8/layout/chevron2"/>
    <dgm:cxn modelId="{A8629C7C-262B-4897-AC54-7B66F33346E3}" srcId="{043E7D19-A7EC-4992-89B2-583663E56FCB}" destId="{7DCCD84F-3375-4AB0-8C05-E10C3DB95944}" srcOrd="1" destOrd="0" parTransId="{7BE9C577-D139-4EBF-A325-9A1B97FDBA93}" sibTransId="{B3B88025-46C4-46F6-AED1-25663975A168}"/>
    <dgm:cxn modelId="{413E447D-42EE-46C5-82C2-EF84807EDF7B}" type="presOf" srcId="{A9E54CB5-B2F1-4EC6-B116-A7D607F0F0B8}" destId="{301C0BDA-65FD-4EFA-8B5B-0AF8A41439F3}" srcOrd="0" destOrd="1" presId="urn:microsoft.com/office/officeart/2005/8/layout/chevron2"/>
    <dgm:cxn modelId="{4918E784-15D4-497E-8306-66C2B5FFF323}" type="presOf" srcId="{CEDA6D30-1C55-489D-8787-C8A25379CA44}" destId="{1DEB1C47-C0C7-40BA-9563-64E13E088537}" srcOrd="0" destOrd="2" presId="urn:microsoft.com/office/officeart/2005/8/layout/chevron2"/>
    <dgm:cxn modelId="{06863E9B-4E30-4ECD-B919-24E175D325E3}" srcId="{043E7D19-A7EC-4992-89B2-583663E56FCB}" destId="{36FDE46A-27A1-43D9-9AA6-8F6E2A97643D}" srcOrd="0" destOrd="0" parTransId="{C4BFF628-A3FF-49AC-8D98-FDB21FB368AC}" sibTransId="{79B2D3C9-3C11-4A8F-A288-87A243CDB86D}"/>
    <dgm:cxn modelId="{859EDAAA-7106-4604-B18E-584215D5A152}" srcId="{B49A358A-60A3-42D9-ABFD-B5759C417555}" destId="{E15A14C9-E1A4-4728-966D-59A57888967C}" srcOrd="0" destOrd="0" parTransId="{C72A6106-FFA5-4E4A-9357-C3182C1CAB2A}" sibTransId="{7B0CDD23-83DA-435E-8DDA-465CD3216A22}"/>
    <dgm:cxn modelId="{62D92AC1-3E51-49B8-90BF-FB14644372D7}" type="presOf" srcId="{B49A358A-60A3-42D9-ABFD-B5759C417555}" destId="{0EE4D7D1-3A6B-44DC-B8F4-2E4950F5F86A}" srcOrd="0" destOrd="0" presId="urn:microsoft.com/office/officeart/2005/8/layout/chevron2"/>
    <dgm:cxn modelId="{4D98FECF-6168-4E40-93AE-E9AEF5AC4CC1}" type="presOf" srcId="{87D4209A-1597-4ACA-A30F-819C4D45E09E}" destId="{0ECAF7C1-BE48-4059-A394-8C4FBBF87638}" srcOrd="0" destOrd="0" presId="urn:microsoft.com/office/officeart/2005/8/layout/chevron2"/>
    <dgm:cxn modelId="{3811C9E1-FFAD-4A0C-9A20-B1DD366701E4}" srcId="{87D4209A-1597-4ACA-A30F-819C4D45E09E}" destId="{B49A358A-60A3-42D9-ABFD-B5759C417555}" srcOrd="1" destOrd="0" parTransId="{E6F3E5C0-7AE1-4E66-997E-59D53DB27A87}" sibTransId="{12A4267E-D0FA-4060-9FB9-FC90B4195630}"/>
    <dgm:cxn modelId="{2804B29D-C459-48D7-9CD9-42FA4359C193}" type="presParOf" srcId="{0ECAF7C1-BE48-4059-A394-8C4FBBF87638}" destId="{BD9E204F-4F92-4A3F-A9E0-E9EDD7102BE5}" srcOrd="0" destOrd="0" presId="urn:microsoft.com/office/officeart/2005/8/layout/chevron2"/>
    <dgm:cxn modelId="{B7A54448-1048-4D8E-922B-D333E40203B9}" type="presParOf" srcId="{BD9E204F-4F92-4A3F-A9E0-E9EDD7102BE5}" destId="{14FF4666-B87B-497E-814A-7802E5E7B377}" srcOrd="0" destOrd="0" presId="urn:microsoft.com/office/officeart/2005/8/layout/chevron2"/>
    <dgm:cxn modelId="{11F64A67-A32C-498D-8433-EA412622D14E}" type="presParOf" srcId="{BD9E204F-4F92-4A3F-A9E0-E9EDD7102BE5}" destId="{A605B6B9-BD62-4584-A23A-B352FDD3DFD8}" srcOrd="1" destOrd="0" presId="urn:microsoft.com/office/officeart/2005/8/layout/chevron2"/>
    <dgm:cxn modelId="{C628675B-760E-46E3-B4EE-ABF28FB82348}" type="presParOf" srcId="{0ECAF7C1-BE48-4059-A394-8C4FBBF87638}" destId="{AA994138-6F3F-4885-B3A5-EEE80F98DD0E}" srcOrd="1" destOrd="0" presId="urn:microsoft.com/office/officeart/2005/8/layout/chevron2"/>
    <dgm:cxn modelId="{3374B890-80DE-4480-A5F8-0F5290438805}" type="presParOf" srcId="{0ECAF7C1-BE48-4059-A394-8C4FBBF87638}" destId="{6463221E-DE16-4D81-B7C6-80D4DCBB82B5}" srcOrd="2" destOrd="0" presId="urn:microsoft.com/office/officeart/2005/8/layout/chevron2"/>
    <dgm:cxn modelId="{67817967-9CCB-4C35-BC42-8B8B151A68AC}" type="presParOf" srcId="{6463221E-DE16-4D81-B7C6-80D4DCBB82B5}" destId="{0EE4D7D1-3A6B-44DC-B8F4-2E4950F5F86A}" srcOrd="0" destOrd="0" presId="urn:microsoft.com/office/officeart/2005/8/layout/chevron2"/>
    <dgm:cxn modelId="{A1B30F3C-6317-404F-9468-AB580641EE53}" type="presParOf" srcId="{6463221E-DE16-4D81-B7C6-80D4DCBB82B5}" destId="{1DEB1C47-C0C7-40BA-9563-64E13E088537}" srcOrd="1" destOrd="0" presId="urn:microsoft.com/office/officeart/2005/8/layout/chevron2"/>
    <dgm:cxn modelId="{2D914E8A-D567-4F37-BCDC-2413DB85C14D}" type="presParOf" srcId="{0ECAF7C1-BE48-4059-A394-8C4FBBF87638}" destId="{01B402F1-CAF5-4E62-8C38-5B4A1FCC86ED}" srcOrd="3" destOrd="0" presId="urn:microsoft.com/office/officeart/2005/8/layout/chevron2"/>
    <dgm:cxn modelId="{75D24E04-00B8-4962-9C78-383E282AE39A}" type="presParOf" srcId="{0ECAF7C1-BE48-4059-A394-8C4FBBF87638}" destId="{1B447789-CADF-46BD-946A-9B0B514197E7}" srcOrd="4" destOrd="0" presId="urn:microsoft.com/office/officeart/2005/8/layout/chevron2"/>
    <dgm:cxn modelId="{18A3E7C8-0202-4B09-A9B0-FB43684ED2F6}" type="presParOf" srcId="{1B447789-CADF-46BD-946A-9B0B514197E7}" destId="{2D446CD1-2111-4637-B35D-0D2678552528}" srcOrd="0" destOrd="0" presId="urn:microsoft.com/office/officeart/2005/8/layout/chevron2"/>
    <dgm:cxn modelId="{F5D70394-2A04-4885-AC74-EC4497818779}" type="presParOf" srcId="{1B447789-CADF-46BD-946A-9B0B514197E7}" destId="{301C0BDA-65FD-4EFA-8B5B-0AF8A41439F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ABC8D6-97C0-4259-91A0-220760D38C21}" type="doc">
      <dgm:prSet loTypeId="urn:microsoft.com/office/officeart/2005/8/layout/hierarchy2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838FECA6-763C-46A6-9255-2BFF4B92BE99}">
      <dgm:prSet phldrT="[Texto]"/>
      <dgm:spPr/>
      <dgm:t>
        <a:bodyPr/>
        <a:lstStyle/>
        <a:p>
          <a:r>
            <a:rPr lang="es-AR" dirty="0"/>
            <a:t>ATRIBUTOS</a:t>
          </a:r>
        </a:p>
      </dgm:t>
    </dgm:pt>
    <dgm:pt modelId="{35700C93-6452-46B0-9258-61DA42DD9D5E}" type="parTrans" cxnId="{BE28BE25-F76C-4952-BEB8-7E008CF5874C}">
      <dgm:prSet/>
      <dgm:spPr/>
      <dgm:t>
        <a:bodyPr/>
        <a:lstStyle/>
        <a:p>
          <a:endParaRPr lang="es-AR"/>
        </a:p>
      </dgm:t>
    </dgm:pt>
    <dgm:pt modelId="{0E902CA0-9D41-4A7D-A3A6-B863547F0B0E}" type="sibTrans" cxnId="{BE28BE25-F76C-4952-BEB8-7E008CF5874C}">
      <dgm:prSet/>
      <dgm:spPr/>
      <dgm:t>
        <a:bodyPr/>
        <a:lstStyle/>
        <a:p>
          <a:endParaRPr lang="es-AR"/>
        </a:p>
      </dgm:t>
    </dgm:pt>
    <dgm:pt modelId="{5739F950-6093-480C-8834-A08AF5E35C3C}">
      <dgm:prSet phldrT="[Texto]"/>
      <dgm:spPr/>
      <dgm:t>
        <a:bodyPr/>
        <a:lstStyle/>
        <a:p>
          <a:r>
            <a:rPr lang="es-AR" dirty="0"/>
            <a:t>SIMPLES</a:t>
          </a:r>
        </a:p>
      </dgm:t>
    </dgm:pt>
    <dgm:pt modelId="{D24669B1-39F5-4EBE-881D-E301A411F6AB}" type="parTrans" cxnId="{7CF59453-65F2-441A-92C2-38085261E339}">
      <dgm:prSet/>
      <dgm:spPr/>
      <dgm:t>
        <a:bodyPr/>
        <a:lstStyle/>
        <a:p>
          <a:endParaRPr lang="es-AR"/>
        </a:p>
      </dgm:t>
    </dgm:pt>
    <dgm:pt modelId="{CF8FD0C8-ADA4-4510-BA00-553BA63B75BF}" type="sibTrans" cxnId="{7CF59453-65F2-441A-92C2-38085261E339}">
      <dgm:prSet/>
      <dgm:spPr/>
      <dgm:t>
        <a:bodyPr/>
        <a:lstStyle/>
        <a:p>
          <a:endParaRPr lang="es-AR"/>
        </a:p>
      </dgm:t>
    </dgm:pt>
    <dgm:pt modelId="{591D6DCB-C75A-4ABF-BA6D-1B43AB35DF94}">
      <dgm:prSet phldrT="[Texto]"/>
      <dgm:spPr/>
      <dgm:t>
        <a:bodyPr/>
        <a:lstStyle/>
        <a:p>
          <a:r>
            <a:rPr lang="es-AR" dirty="0"/>
            <a:t>VALORES</a:t>
          </a:r>
        </a:p>
      </dgm:t>
    </dgm:pt>
    <dgm:pt modelId="{13950005-97FC-4F9F-B11E-859C9788C63E}" type="parTrans" cxnId="{94F63FF0-938C-4DB9-B8EA-2BE21643BAF0}">
      <dgm:prSet/>
      <dgm:spPr/>
      <dgm:t>
        <a:bodyPr/>
        <a:lstStyle/>
        <a:p>
          <a:endParaRPr lang="es-AR"/>
        </a:p>
      </dgm:t>
    </dgm:pt>
    <dgm:pt modelId="{58F5EA0A-7151-4304-B2B1-03C6D5C051C8}" type="sibTrans" cxnId="{94F63FF0-938C-4DB9-B8EA-2BE21643BAF0}">
      <dgm:prSet/>
      <dgm:spPr/>
      <dgm:t>
        <a:bodyPr/>
        <a:lstStyle/>
        <a:p>
          <a:endParaRPr lang="es-AR"/>
        </a:p>
      </dgm:t>
    </dgm:pt>
    <dgm:pt modelId="{51BBC5E8-676A-42CC-997D-B6BBAE1E25F1}">
      <dgm:prSet phldrT="[Texto]"/>
      <dgm:spPr/>
      <dgm:t>
        <a:bodyPr/>
        <a:lstStyle/>
        <a:p>
          <a:r>
            <a:rPr lang="es-AR" dirty="0"/>
            <a:t>MONOVALORADOS</a:t>
          </a:r>
        </a:p>
      </dgm:t>
    </dgm:pt>
    <dgm:pt modelId="{B5DEF41F-FCB9-4504-A68E-AB0135A702EA}" type="parTrans" cxnId="{F5E15903-F854-4B18-A5F8-C5A16021347A}">
      <dgm:prSet/>
      <dgm:spPr/>
      <dgm:t>
        <a:bodyPr/>
        <a:lstStyle/>
        <a:p>
          <a:endParaRPr lang="es-AR"/>
        </a:p>
      </dgm:t>
    </dgm:pt>
    <dgm:pt modelId="{75EADD7A-F0F0-4FDF-8994-D777D976AFB6}" type="sibTrans" cxnId="{F5E15903-F854-4B18-A5F8-C5A16021347A}">
      <dgm:prSet/>
      <dgm:spPr/>
      <dgm:t>
        <a:bodyPr/>
        <a:lstStyle/>
        <a:p>
          <a:endParaRPr lang="es-AR"/>
        </a:p>
      </dgm:t>
    </dgm:pt>
    <dgm:pt modelId="{BB9D659D-59B5-42F6-A77A-889650454B68}">
      <dgm:prSet phldrT="[Texto]"/>
      <dgm:spPr/>
      <dgm:t>
        <a:bodyPr/>
        <a:lstStyle/>
        <a:p>
          <a:r>
            <a:rPr lang="es-AR" dirty="0"/>
            <a:t>ESTRUCTURA</a:t>
          </a:r>
        </a:p>
      </dgm:t>
    </dgm:pt>
    <dgm:pt modelId="{F4F8F346-0A1D-4B6D-9E36-AA72F55EC945}" type="parTrans" cxnId="{F05EB9CA-45D3-4BAB-91FE-4755D7CB19F7}">
      <dgm:prSet/>
      <dgm:spPr/>
      <dgm:t>
        <a:bodyPr/>
        <a:lstStyle/>
        <a:p>
          <a:endParaRPr lang="es-AR"/>
        </a:p>
      </dgm:t>
    </dgm:pt>
    <dgm:pt modelId="{3DFD352A-3A8E-48F5-A602-980F909EEEB6}" type="sibTrans" cxnId="{F05EB9CA-45D3-4BAB-91FE-4755D7CB19F7}">
      <dgm:prSet/>
      <dgm:spPr/>
      <dgm:t>
        <a:bodyPr/>
        <a:lstStyle/>
        <a:p>
          <a:endParaRPr lang="es-AR"/>
        </a:p>
      </dgm:t>
    </dgm:pt>
    <dgm:pt modelId="{5B573BA9-4037-4810-9850-EAF287A55229}">
      <dgm:prSet phldrT="[Texto]"/>
      <dgm:spPr/>
      <dgm:t>
        <a:bodyPr/>
        <a:lstStyle/>
        <a:p>
          <a:r>
            <a:rPr lang="es-AR"/>
            <a:t>COMPUESTOS</a:t>
          </a:r>
          <a:endParaRPr lang="es-AR" dirty="0"/>
        </a:p>
      </dgm:t>
    </dgm:pt>
    <dgm:pt modelId="{BCAF8EB1-8FD2-4B48-9452-82B9DF3B6C42}" type="parTrans" cxnId="{9843597F-F711-4C3C-84FE-C52ED57E92E0}">
      <dgm:prSet/>
      <dgm:spPr/>
      <dgm:t>
        <a:bodyPr/>
        <a:lstStyle/>
        <a:p>
          <a:endParaRPr lang="es-AR"/>
        </a:p>
      </dgm:t>
    </dgm:pt>
    <dgm:pt modelId="{1953E94F-874D-4C78-9000-FD26CF63EE14}" type="sibTrans" cxnId="{9843597F-F711-4C3C-84FE-C52ED57E92E0}">
      <dgm:prSet/>
      <dgm:spPr/>
      <dgm:t>
        <a:bodyPr/>
        <a:lstStyle/>
        <a:p>
          <a:endParaRPr lang="es-AR"/>
        </a:p>
      </dgm:t>
    </dgm:pt>
    <dgm:pt modelId="{DAF10EC3-CAF6-40D8-BFA9-208E754ED9EF}">
      <dgm:prSet phldrT="[Texto]"/>
      <dgm:spPr/>
      <dgm:t>
        <a:bodyPr/>
        <a:lstStyle/>
        <a:p>
          <a:r>
            <a:rPr lang="es-AR" dirty="0"/>
            <a:t>MULTIVALORADOS</a:t>
          </a:r>
        </a:p>
      </dgm:t>
    </dgm:pt>
    <dgm:pt modelId="{1DEACC26-FC89-4BAF-889D-93ABFFA78C8F}" type="parTrans" cxnId="{F827C4C3-A65B-4A87-983F-D1E70D019FD3}">
      <dgm:prSet/>
      <dgm:spPr/>
      <dgm:t>
        <a:bodyPr/>
        <a:lstStyle/>
        <a:p>
          <a:endParaRPr lang="es-AR"/>
        </a:p>
      </dgm:t>
    </dgm:pt>
    <dgm:pt modelId="{E525D13E-7240-4DFF-BC86-50A5D8D0ABCC}" type="sibTrans" cxnId="{F827C4C3-A65B-4A87-983F-D1E70D019FD3}">
      <dgm:prSet/>
      <dgm:spPr/>
      <dgm:t>
        <a:bodyPr/>
        <a:lstStyle/>
        <a:p>
          <a:endParaRPr lang="es-AR"/>
        </a:p>
      </dgm:t>
    </dgm:pt>
    <dgm:pt modelId="{FEB49562-4AF8-42E1-B42D-51385E1EDBFD}">
      <dgm:prSet phldrT="[Texto]"/>
      <dgm:spPr/>
      <dgm:t>
        <a:bodyPr/>
        <a:lstStyle/>
        <a:p>
          <a:r>
            <a:rPr lang="es-AR" dirty="0"/>
            <a:t>DERIVADOS</a:t>
          </a:r>
        </a:p>
      </dgm:t>
    </dgm:pt>
    <dgm:pt modelId="{1A580BA2-BB1D-41C5-82A7-B50CE7BC966E}" type="parTrans" cxnId="{D40BDCD2-BF5F-4013-A613-EFEB7ABF6A62}">
      <dgm:prSet/>
      <dgm:spPr/>
      <dgm:t>
        <a:bodyPr/>
        <a:lstStyle/>
        <a:p>
          <a:endParaRPr lang="es-AR"/>
        </a:p>
      </dgm:t>
    </dgm:pt>
    <dgm:pt modelId="{334CF5FF-70AF-4860-98C0-9B4F0ED9AE56}" type="sibTrans" cxnId="{D40BDCD2-BF5F-4013-A613-EFEB7ABF6A62}">
      <dgm:prSet/>
      <dgm:spPr/>
      <dgm:t>
        <a:bodyPr/>
        <a:lstStyle/>
        <a:p>
          <a:endParaRPr lang="es-AR"/>
        </a:p>
      </dgm:t>
    </dgm:pt>
    <dgm:pt modelId="{B452403C-3FE0-4DED-97FD-99B3D958896D}" type="pres">
      <dgm:prSet presAssocID="{FEABC8D6-97C0-4259-91A0-220760D38C2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C19555D-E51E-4058-9406-D7887A8C7E94}" type="pres">
      <dgm:prSet presAssocID="{838FECA6-763C-46A6-9255-2BFF4B92BE99}" presName="root1" presStyleCnt="0"/>
      <dgm:spPr/>
    </dgm:pt>
    <dgm:pt modelId="{F42CEAC1-9240-412C-8DAC-A145505DE565}" type="pres">
      <dgm:prSet presAssocID="{838FECA6-763C-46A6-9255-2BFF4B92BE99}" presName="LevelOneTextNode" presStyleLbl="node0" presStyleIdx="0" presStyleCnt="1">
        <dgm:presLayoutVars>
          <dgm:chPref val="3"/>
        </dgm:presLayoutVars>
      </dgm:prSet>
      <dgm:spPr/>
    </dgm:pt>
    <dgm:pt modelId="{A87DEDF0-6B62-4705-8A91-C3517D1E778D}" type="pres">
      <dgm:prSet presAssocID="{838FECA6-763C-46A6-9255-2BFF4B92BE99}" presName="level2hierChild" presStyleCnt="0"/>
      <dgm:spPr/>
    </dgm:pt>
    <dgm:pt modelId="{AD362E2D-1F33-4ED3-95B0-FACCD8ED8F1C}" type="pres">
      <dgm:prSet presAssocID="{F4F8F346-0A1D-4B6D-9E36-AA72F55EC945}" presName="conn2-1" presStyleLbl="parChTrans1D2" presStyleIdx="0" presStyleCnt="3"/>
      <dgm:spPr/>
    </dgm:pt>
    <dgm:pt modelId="{E1F3C4D8-80FD-4519-877F-0D14669C8626}" type="pres">
      <dgm:prSet presAssocID="{F4F8F346-0A1D-4B6D-9E36-AA72F55EC945}" presName="connTx" presStyleLbl="parChTrans1D2" presStyleIdx="0" presStyleCnt="3"/>
      <dgm:spPr/>
    </dgm:pt>
    <dgm:pt modelId="{DEF40997-E3AE-4F77-90CB-7153C34889F5}" type="pres">
      <dgm:prSet presAssocID="{BB9D659D-59B5-42F6-A77A-889650454B68}" presName="root2" presStyleCnt="0"/>
      <dgm:spPr/>
    </dgm:pt>
    <dgm:pt modelId="{81E71772-D90F-4021-81B0-372C32CB5D99}" type="pres">
      <dgm:prSet presAssocID="{BB9D659D-59B5-42F6-A77A-889650454B68}" presName="LevelTwoTextNode" presStyleLbl="node2" presStyleIdx="0" presStyleCnt="3">
        <dgm:presLayoutVars>
          <dgm:chPref val="3"/>
        </dgm:presLayoutVars>
      </dgm:prSet>
      <dgm:spPr/>
    </dgm:pt>
    <dgm:pt modelId="{84156B90-54FE-4EA6-BE8A-AB368F635B1C}" type="pres">
      <dgm:prSet presAssocID="{BB9D659D-59B5-42F6-A77A-889650454B68}" presName="level3hierChild" presStyleCnt="0"/>
      <dgm:spPr/>
    </dgm:pt>
    <dgm:pt modelId="{A5A3926A-AFF7-4778-9CED-1D45AC0458E2}" type="pres">
      <dgm:prSet presAssocID="{D24669B1-39F5-4EBE-881D-E301A411F6AB}" presName="conn2-1" presStyleLbl="parChTrans1D3" presStyleIdx="0" presStyleCnt="4"/>
      <dgm:spPr/>
    </dgm:pt>
    <dgm:pt modelId="{DFE0E691-F282-4AC4-8290-51AB825EEEF1}" type="pres">
      <dgm:prSet presAssocID="{D24669B1-39F5-4EBE-881D-E301A411F6AB}" presName="connTx" presStyleLbl="parChTrans1D3" presStyleIdx="0" presStyleCnt="4"/>
      <dgm:spPr/>
    </dgm:pt>
    <dgm:pt modelId="{70E1889C-F07C-428A-8BE5-70A8F313D5D6}" type="pres">
      <dgm:prSet presAssocID="{5739F950-6093-480C-8834-A08AF5E35C3C}" presName="root2" presStyleCnt="0"/>
      <dgm:spPr/>
    </dgm:pt>
    <dgm:pt modelId="{85CE94EC-06C4-4F87-8106-FF0C3554D83D}" type="pres">
      <dgm:prSet presAssocID="{5739F950-6093-480C-8834-A08AF5E35C3C}" presName="LevelTwoTextNode" presStyleLbl="node3" presStyleIdx="0" presStyleCnt="4">
        <dgm:presLayoutVars>
          <dgm:chPref val="3"/>
        </dgm:presLayoutVars>
      </dgm:prSet>
      <dgm:spPr/>
    </dgm:pt>
    <dgm:pt modelId="{FB01648F-D071-4620-ACCE-584358199ABD}" type="pres">
      <dgm:prSet presAssocID="{5739F950-6093-480C-8834-A08AF5E35C3C}" presName="level3hierChild" presStyleCnt="0"/>
      <dgm:spPr/>
    </dgm:pt>
    <dgm:pt modelId="{56AEFE49-72B1-4789-8A2B-986231583BF7}" type="pres">
      <dgm:prSet presAssocID="{BCAF8EB1-8FD2-4B48-9452-82B9DF3B6C42}" presName="conn2-1" presStyleLbl="parChTrans1D3" presStyleIdx="1" presStyleCnt="4"/>
      <dgm:spPr/>
    </dgm:pt>
    <dgm:pt modelId="{8CF172FD-A740-46BA-801F-699FF0672C92}" type="pres">
      <dgm:prSet presAssocID="{BCAF8EB1-8FD2-4B48-9452-82B9DF3B6C42}" presName="connTx" presStyleLbl="parChTrans1D3" presStyleIdx="1" presStyleCnt="4"/>
      <dgm:spPr/>
    </dgm:pt>
    <dgm:pt modelId="{DFEE0AD3-001D-44D0-BC26-E60DBE26E857}" type="pres">
      <dgm:prSet presAssocID="{5B573BA9-4037-4810-9850-EAF287A55229}" presName="root2" presStyleCnt="0"/>
      <dgm:spPr/>
    </dgm:pt>
    <dgm:pt modelId="{91B5B912-724F-4BD2-B4AF-FAEA61A8A9BA}" type="pres">
      <dgm:prSet presAssocID="{5B573BA9-4037-4810-9850-EAF287A55229}" presName="LevelTwoTextNode" presStyleLbl="node3" presStyleIdx="1" presStyleCnt="4">
        <dgm:presLayoutVars>
          <dgm:chPref val="3"/>
        </dgm:presLayoutVars>
      </dgm:prSet>
      <dgm:spPr/>
    </dgm:pt>
    <dgm:pt modelId="{9093B7C7-3D01-4D23-A157-8BEBC8137BC4}" type="pres">
      <dgm:prSet presAssocID="{5B573BA9-4037-4810-9850-EAF287A55229}" presName="level3hierChild" presStyleCnt="0"/>
      <dgm:spPr/>
    </dgm:pt>
    <dgm:pt modelId="{6C8F680A-7D76-4F99-8EDA-522038D2655A}" type="pres">
      <dgm:prSet presAssocID="{13950005-97FC-4F9F-B11E-859C9788C63E}" presName="conn2-1" presStyleLbl="parChTrans1D2" presStyleIdx="1" presStyleCnt="3"/>
      <dgm:spPr/>
    </dgm:pt>
    <dgm:pt modelId="{6A0B9482-66C8-4079-92CA-2ACF13EAE11E}" type="pres">
      <dgm:prSet presAssocID="{13950005-97FC-4F9F-B11E-859C9788C63E}" presName="connTx" presStyleLbl="parChTrans1D2" presStyleIdx="1" presStyleCnt="3"/>
      <dgm:spPr/>
    </dgm:pt>
    <dgm:pt modelId="{E250AFD9-17D7-4C82-9A4D-2F3E2CCDF656}" type="pres">
      <dgm:prSet presAssocID="{591D6DCB-C75A-4ABF-BA6D-1B43AB35DF94}" presName="root2" presStyleCnt="0"/>
      <dgm:spPr/>
    </dgm:pt>
    <dgm:pt modelId="{C9DCFEE3-4F7D-426B-913F-B8110F6D1DC4}" type="pres">
      <dgm:prSet presAssocID="{591D6DCB-C75A-4ABF-BA6D-1B43AB35DF94}" presName="LevelTwoTextNode" presStyleLbl="node2" presStyleIdx="1" presStyleCnt="3">
        <dgm:presLayoutVars>
          <dgm:chPref val="3"/>
        </dgm:presLayoutVars>
      </dgm:prSet>
      <dgm:spPr/>
    </dgm:pt>
    <dgm:pt modelId="{C500EA07-0EA9-4BD1-89AB-EE612704EB6D}" type="pres">
      <dgm:prSet presAssocID="{591D6DCB-C75A-4ABF-BA6D-1B43AB35DF94}" presName="level3hierChild" presStyleCnt="0"/>
      <dgm:spPr/>
    </dgm:pt>
    <dgm:pt modelId="{A08E2EA6-B32E-4D87-80CB-2E5DC31B1810}" type="pres">
      <dgm:prSet presAssocID="{B5DEF41F-FCB9-4504-A68E-AB0135A702EA}" presName="conn2-1" presStyleLbl="parChTrans1D3" presStyleIdx="2" presStyleCnt="4"/>
      <dgm:spPr/>
    </dgm:pt>
    <dgm:pt modelId="{756F8250-E4C8-4099-BFAC-F8E470263F34}" type="pres">
      <dgm:prSet presAssocID="{B5DEF41F-FCB9-4504-A68E-AB0135A702EA}" presName="connTx" presStyleLbl="parChTrans1D3" presStyleIdx="2" presStyleCnt="4"/>
      <dgm:spPr/>
    </dgm:pt>
    <dgm:pt modelId="{071CDFE7-B304-428F-A271-D4879AEC590B}" type="pres">
      <dgm:prSet presAssocID="{51BBC5E8-676A-42CC-997D-B6BBAE1E25F1}" presName="root2" presStyleCnt="0"/>
      <dgm:spPr/>
    </dgm:pt>
    <dgm:pt modelId="{E0E19043-4970-474B-A300-DA02C52E90EC}" type="pres">
      <dgm:prSet presAssocID="{51BBC5E8-676A-42CC-997D-B6BBAE1E25F1}" presName="LevelTwoTextNode" presStyleLbl="node3" presStyleIdx="2" presStyleCnt="4">
        <dgm:presLayoutVars>
          <dgm:chPref val="3"/>
        </dgm:presLayoutVars>
      </dgm:prSet>
      <dgm:spPr/>
    </dgm:pt>
    <dgm:pt modelId="{00A607B7-5993-4124-AB7C-17A4623EA7B6}" type="pres">
      <dgm:prSet presAssocID="{51BBC5E8-676A-42CC-997D-B6BBAE1E25F1}" presName="level3hierChild" presStyleCnt="0"/>
      <dgm:spPr/>
    </dgm:pt>
    <dgm:pt modelId="{A142037D-623F-4750-B5E6-1F450199A2C6}" type="pres">
      <dgm:prSet presAssocID="{1DEACC26-FC89-4BAF-889D-93ABFFA78C8F}" presName="conn2-1" presStyleLbl="parChTrans1D3" presStyleIdx="3" presStyleCnt="4"/>
      <dgm:spPr/>
    </dgm:pt>
    <dgm:pt modelId="{9C3D7661-19C8-46A5-B71F-ED8B234A3C1D}" type="pres">
      <dgm:prSet presAssocID="{1DEACC26-FC89-4BAF-889D-93ABFFA78C8F}" presName="connTx" presStyleLbl="parChTrans1D3" presStyleIdx="3" presStyleCnt="4"/>
      <dgm:spPr/>
    </dgm:pt>
    <dgm:pt modelId="{78448830-7A9A-41B4-9C84-A1C86E0A33F3}" type="pres">
      <dgm:prSet presAssocID="{DAF10EC3-CAF6-40D8-BFA9-208E754ED9EF}" presName="root2" presStyleCnt="0"/>
      <dgm:spPr/>
    </dgm:pt>
    <dgm:pt modelId="{446CD55A-4CE4-4C8C-8E37-8D010ADA4C70}" type="pres">
      <dgm:prSet presAssocID="{DAF10EC3-CAF6-40D8-BFA9-208E754ED9EF}" presName="LevelTwoTextNode" presStyleLbl="node3" presStyleIdx="3" presStyleCnt="4">
        <dgm:presLayoutVars>
          <dgm:chPref val="3"/>
        </dgm:presLayoutVars>
      </dgm:prSet>
      <dgm:spPr/>
    </dgm:pt>
    <dgm:pt modelId="{60D7B7AB-B997-420E-B9BF-1A39EAD4B75E}" type="pres">
      <dgm:prSet presAssocID="{DAF10EC3-CAF6-40D8-BFA9-208E754ED9EF}" presName="level3hierChild" presStyleCnt="0"/>
      <dgm:spPr/>
    </dgm:pt>
    <dgm:pt modelId="{D6308BB6-BC3C-4165-90ED-089F00A36357}" type="pres">
      <dgm:prSet presAssocID="{1A580BA2-BB1D-41C5-82A7-B50CE7BC966E}" presName="conn2-1" presStyleLbl="parChTrans1D2" presStyleIdx="2" presStyleCnt="3"/>
      <dgm:spPr/>
    </dgm:pt>
    <dgm:pt modelId="{90074943-0F4B-43F3-B90E-7EF84267E58C}" type="pres">
      <dgm:prSet presAssocID="{1A580BA2-BB1D-41C5-82A7-B50CE7BC966E}" presName="connTx" presStyleLbl="parChTrans1D2" presStyleIdx="2" presStyleCnt="3"/>
      <dgm:spPr/>
    </dgm:pt>
    <dgm:pt modelId="{ED65BFA1-E315-4ED9-8B38-7037515F2AF1}" type="pres">
      <dgm:prSet presAssocID="{FEB49562-4AF8-42E1-B42D-51385E1EDBFD}" presName="root2" presStyleCnt="0"/>
      <dgm:spPr/>
    </dgm:pt>
    <dgm:pt modelId="{9CCAECA1-C023-454F-B3B6-F6990C8EAE47}" type="pres">
      <dgm:prSet presAssocID="{FEB49562-4AF8-42E1-B42D-51385E1EDBFD}" presName="LevelTwoTextNode" presStyleLbl="node2" presStyleIdx="2" presStyleCnt="3">
        <dgm:presLayoutVars>
          <dgm:chPref val="3"/>
        </dgm:presLayoutVars>
      </dgm:prSet>
      <dgm:spPr/>
    </dgm:pt>
    <dgm:pt modelId="{8F382EF7-A468-4A80-8EC8-873376875660}" type="pres">
      <dgm:prSet presAssocID="{FEB49562-4AF8-42E1-B42D-51385E1EDBFD}" presName="level3hierChild" presStyleCnt="0"/>
      <dgm:spPr/>
    </dgm:pt>
  </dgm:ptLst>
  <dgm:cxnLst>
    <dgm:cxn modelId="{F5E15903-F854-4B18-A5F8-C5A16021347A}" srcId="{591D6DCB-C75A-4ABF-BA6D-1B43AB35DF94}" destId="{51BBC5E8-676A-42CC-997D-B6BBAE1E25F1}" srcOrd="0" destOrd="0" parTransId="{B5DEF41F-FCB9-4504-A68E-AB0135A702EA}" sibTransId="{75EADD7A-F0F0-4FDF-8994-D777D976AFB6}"/>
    <dgm:cxn modelId="{355A010A-26E6-4A25-AF4B-96B0AD40590B}" type="presOf" srcId="{F4F8F346-0A1D-4B6D-9E36-AA72F55EC945}" destId="{E1F3C4D8-80FD-4519-877F-0D14669C8626}" srcOrd="1" destOrd="0" presId="urn:microsoft.com/office/officeart/2005/8/layout/hierarchy2"/>
    <dgm:cxn modelId="{BE28BE25-F76C-4952-BEB8-7E008CF5874C}" srcId="{FEABC8D6-97C0-4259-91A0-220760D38C21}" destId="{838FECA6-763C-46A6-9255-2BFF4B92BE99}" srcOrd="0" destOrd="0" parTransId="{35700C93-6452-46B0-9258-61DA42DD9D5E}" sibTransId="{0E902CA0-9D41-4A7D-A3A6-B863547F0B0E}"/>
    <dgm:cxn modelId="{758B1334-EB61-4120-A913-ADDB4760CE09}" type="presOf" srcId="{B5DEF41F-FCB9-4504-A68E-AB0135A702EA}" destId="{756F8250-E4C8-4099-BFAC-F8E470263F34}" srcOrd="1" destOrd="0" presId="urn:microsoft.com/office/officeart/2005/8/layout/hierarchy2"/>
    <dgm:cxn modelId="{207B465F-9E89-42DD-B4B8-11B284DA07C1}" type="presOf" srcId="{FEB49562-4AF8-42E1-B42D-51385E1EDBFD}" destId="{9CCAECA1-C023-454F-B3B6-F6990C8EAE47}" srcOrd="0" destOrd="0" presId="urn:microsoft.com/office/officeart/2005/8/layout/hierarchy2"/>
    <dgm:cxn modelId="{27368D45-38AD-42F7-83CB-38D54D089B17}" type="presOf" srcId="{D24669B1-39F5-4EBE-881D-E301A411F6AB}" destId="{A5A3926A-AFF7-4778-9CED-1D45AC0458E2}" srcOrd="0" destOrd="0" presId="urn:microsoft.com/office/officeart/2005/8/layout/hierarchy2"/>
    <dgm:cxn modelId="{4E388148-D6EA-4AFF-9EC6-28994FA5F233}" type="presOf" srcId="{13950005-97FC-4F9F-B11E-859C9788C63E}" destId="{6C8F680A-7D76-4F99-8EDA-522038D2655A}" srcOrd="0" destOrd="0" presId="urn:microsoft.com/office/officeart/2005/8/layout/hierarchy2"/>
    <dgm:cxn modelId="{63071D53-265A-4CB1-B830-61F7743C6E44}" type="presOf" srcId="{838FECA6-763C-46A6-9255-2BFF4B92BE99}" destId="{F42CEAC1-9240-412C-8DAC-A145505DE565}" srcOrd="0" destOrd="0" presId="urn:microsoft.com/office/officeart/2005/8/layout/hierarchy2"/>
    <dgm:cxn modelId="{7CF59453-65F2-441A-92C2-38085261E339}" srcId="{BB9D659D-59B5-42F6-A77A-889650454B68}" destId="{5739F950-6093-480C-8834-A08AF5E35C3C}" srcOrd="0" destOrd="0" parTransId="{D24669B1-39F5-4EBE-881D-E301A411F6AB}" sibTransId="{CF8FD0C8-ADA4-4510-BA00-553BA63B75BF}"/>
    <dgm:cxn modelId="{608B2954-73FD-42AC-88B6-BFB7C27C0C47}" type="presOf" srcId="{BCAF8EB1-8FD2-4B48-9452-82B9DF3B6C42}" destId="{56AEFE49-72B1-4789-8A2B-986231583BF7}" srcOrd="0" destOrd="0" presId="urn:microsoft.com/office/officeart/2005/8/layout/hierarchy2"/>
    <dgm:cxn modelId="{9843597F-F711-4C3C-84FE-C52ED57E92E0}" srcId="{BB9D659D-59B5-42F6-A77A-889650454B68}" destId="{5B573BA9-4037-4810-9850-EAF287A55229}" srcOrd="1" destOrd="0" parTransId="{BCAF8EB1-8FD2-4B48-9452-82B9DF3B6C42}" sibTransId="{1953E94F-874D-4C78-9000-FD26CF63EE14}"/>
    <dgm:cxn modelId="{5349EC81-E800-4FC7-B115-0A179EB952CD}" type="presOf" srcId="{D24669B1-39F5-4EBE-881D-E301A411F6AB}" destId="{DFE0E691-F282-4AC4-8290-51AB825EEEF1}" srcOrd="1" destOrd="0" presId="urn:microsoft.com/office/officeart/2005/8/layout/hierarchy2"/>
    <dgm:cxn modelId="{5BE14B82-6A1B-4B78-BB55-370A85222AF1}" type="presOf" srcId="{1A580BA2-BB1D-41C5-82A7-B50CE7BC966E}" destId="{D6308BB6-BC3C-4165-90ED-089F00A36357}" srcOrd="0" destOrd="0" presId="urn:microsoft.com/office/officeart/2005/8/layout/hierarchy2"/>
    <dgm:cxn modelId="{DB191E94-62ED-474C-956C-E4CF7377FF31}" type="presOf" srcId="{FEABC8D6-97C0-4259-91A0-220760D38C21}" destId="{B452403C-3FE0-4DED-97FD-99B3D958896D}" srcOrd="0" destOrd="0" presId="urn:microsoft.com/office/officeart/2005/8/layout/hierarchy2"/>
    <dgm:cxn modelId="{CBF13E97-9A23-4DBA-ADF8-D63341B7F011}" type="presOf" srcId="{1DEACC26-FC89-4BAF-889D-93ABFFA78C8F}" destId="{9C3D7661-19C8-46A5-B71F-ED8B234A3C1D}" srcOrd="1" destOrd="0" presId="urn:microsoft.com/office/officeart/2005/8/layout/hierarchy2"/>
    <dgm:cxn modelId="{A45AED99-2FF4-472B-AA0C-3D1A47DF929E}" type="presOf" srcId="{51BBC5E8-676A-42CC-997D-B6BBAE1E25F1}" destId="{E0E19043-4970-474B-A300-DA02C52E90EC}" srcOrd="0" destOrd="0" presId="urn:microsoft.com/office/officeart/2005/8/layout/hierarchy2"/>
    <dgm:cxn modelId="{2F7A72BA-DE42-4F14-8A41-3D94B2AF21F5}" type="presOf" srcId="{BB9D659D-59B5-42F6-A77A-889650454B68}" destId="{81E71772-D90F-4021-81B0-372C32CB5D99}" srcOrd="0" destOrd="0" presId="urn:microsoft.com/office/officeart/2005/8/layout/hierarchy2"/>
    <dgm:cxn modelId="{2DB8BFBA-AE04-4B02-B5F8-9463FAF96CC7}" type="presOf" srcId="{BCAF8EB1-8FD2-4B48-9452-82B9DF3B6C42}" destId="{8CF172FD-A740-46BA-801F-699FF0672C92}" srcOrd="1" destOrd="0" presId="urn:microsoft.com/office/officeart/2005/8/layout/hierarchy2"/>
    <dgm:cxn modelId="{F827C4C3-A65B-4A87-983F-D1E70D019FD3}" srcId="{591D6DCB-C75A-4ABF-BA6D-1B43AB35DF94}" destId="{DAF10EC3-CAF6-40D8-BFA9-208E754ED9EF}" srcOrd="1" destOrd="0" parTransId="{1DEACC26-FC89-4BAF-889D-93ABFFA78C8F}" sibTransId="{E525D13E-7240-4DFF-BC86-50A5D8D0ABCC}"/>
    <dgm:cxn modelId="{E67BF4C9-D613-4609-8C03-7FC5A38A04AE}" type="presOf" srcId="{591D6DCB-C75A-4ABF-BA6D-1B43AB35DF94}" destId="{C9DCFEE3-4F7D-426B-913F-B8110F6D1DC4}" srcOrd="0" destOrd="0" presId="urn:microsoft.com/office/officeart/2005/8/layout/hierarchy2"/>
    <dgm:cxn modelId="{F05EB9CA-45D3-4BAB-91FE-4755D7CB19F7}" srcId="{838FECA6-763C-46A6-9255-2BFF4B92BE99}" destId="{BB9D659D-59B5-42F6-A77A-889650454B68}" srcOrd="0" destOrd="0" parTransId="{F4F8F346-0A1D-4B6D-9E36-AA72F55EC945}" sibTransId="{3DFD352A-3A8E-48F5-A602-980F909EEEB6}"/>
    <dgm:cxn modelId="{E58AF7CA-C227-4F33-AEA8-17EB607F570B}" type="presOf" srcId="{F4F8F346-0A1D-4B6D-9E36-AA72F55EC945}" destId="{AD362E2D-1F33-4ED3-95B0-FACCD8ED8F1C}" srcOrd="0" destOrd="0" presId="urn:microsoft.com/office/officeart/2005/8/layout/hierarchy2"/>
    <dgm:cxn modelId="{D1E843CB-C643-4118-A675-EE9AB7133C90}" type="presOf" srcId="{DAF10EC3-CAF6-40D8-BFA9-208E754ED9EF}" destId="{446CD55A-4CE4-4C8C-8E37-8D010ADA4C70}" srcOrd="0" destOrd="0" presId="urn:microsoft.com/office/officeart/2005/8/layout/hierarchy2"/>
    <dgm:cxn modelId="{D40BDCD2-BF5F-4013-A613-EFEB7ABF6A62}" srcId="{838FECA6-763C-46A6-9255-2BFF4B92BE99}" destId="{FEB49562-4AF8-42E1-B42D-51385E1EDBFD}" srcOrd="2" destOrd="0" parTransId="{1A580BA2-BB1D-41C5-82A7-B50CE7BC966E}" sibTransId="{334CF5FF-70AF-4860-98C0-9B4F0ED9AE56}"/>
    <dgm:cxn modelId="{19F7F7DE-4C58-4341-AA8B-C3F2DE275E72}" type="presOf" srcId="{5B573BA9-4037-4810-9850-EAF287A55229}" destId="{91B5B912-724F-4BD2-B4AF-FAEA61A8A9BA}" srcOrd="0" destOrd="0" presId="urn:microsoft.com/office/officeart/2005/8/layout/hierarchy2"/>
    <dgm:cxn modelId="{94499DEB-D4E6-40F4-A85B-C6F9D34B53C7}" type="presOf" srcId="{B5DEF41F-FCB9-4504-A68E-AB0135A702EA}" destId="{A08E2EA6-B32E-4D87-80CB-2E5DC31B1810}" srcOrd="0" destOrd="0" presId="urn:microsoft.com/office/officeart/2005/8/layout/hierarchy2"/>
    <dgm:cxn modelId="{39F7C3EE-2314-4778-8910-22ED883EC302}" type="presOf" srcId="{5739F950-6093-480C-8834-A08AF5E35C3C}" destId="{85CE94EC-06C4-4F87-8106-FF0C3554D83D}" srcOrd="0" destOrd="0" presId="urn:microsoft.com/office/officeart/2005/8/layout/hierarchy2"/>
    <dgm:cxn modelId="{94F63FF0-938C-4DB9-B8EA-2BE21643BAF0}" srcId="{838FECA6-763C-46A6-9255-2BFF4B92BE99}" destId="{591D6DCB-C75A-4ABF-BA6D-1B43AB35DF94}" srcOrd="1" destOrd="0" parTransId="{13950005-97FC-4F9F-B11E-859C9788C63E}" sibTransId="{58F5EA0A-7151-4304-B2B1-03C6D5C051C8}"/>
    <dgm:cxn modelId="{9D3314F7-7334-469A-81FF-D1D5D8971B26}" type="presOf" srcId="{1A580BA2-BB1D-41C5-82A7-B50CE7BC966E}" destId="{90074943-0F4B-43F3-B90E-7EF84267E58C}" srcOrd="1" destOrd="0" presId="urn:microsoft.com/office/officeart/2005/8/layout/hierarchy2"/>
    <dgm:cxn modelId="{5EBF7DFA-2D2F-42D2-BA74-3ADBB6F65C2C}" type="presOf" srcId="{1DEACC26-FC89-4BAF-889D-93ABFFA78C8F}" destId="{A142037D-623F-4750-B5E6-1F450199A2C6}" srcOrd="0" destOrd="0" presId="urn:microsoft.com/office/officeart/2005/8/layout/hierarchy2"/>
    <dgm:cxn modelId="{242E72FB-DF62-441B-A07A-27E1CE5BAC3F}" type="presOf" srcId="{13950005-97FC-4F9F-B11E-859C9788C63E}" destId="{6A0B9482-66C8-4079-92CA-2ACF13EAE11E}" srcOrd="1" destOrd="0" presId="urn:microsoft.com/office/officeart/2005/8/layout/hierarchy2"/>
    <dgm:cxn modelId="{1C60B91A-C864-46EC-A39D-358B197697DE}" type="presParOf" srcId="{B452403C-3FE0-4DED-97FD-99B3D958896D}" destId="{CC19555D-E51E-4058-9406-D7887A8C7E94}" srcOrd="0" destOrd="0" presId="urn:microsoft.com/office/officeart/2005/8/layout/hierarchy2"/>
    <dgm:cxn modelId="{472286C1-397B-4C02-8AC9-5E5F3836F7A5}" type="presParOf" srcId="{CC19555D-E51E-4058-9406-D7887A8C7E94}" destId="{F42CEAC1-9240-412C-8DAC-A145505DE565}" srcOrd="0" destOrd="0" presId="urn:microsoft.com/office/officeart/2005/8/layout/hierarchy2"/>
    <dgm:cxn modelId="{FC19F35E-F29C-47BE-AF9A-0D51B1E02FCF}" type="presParOf" srcId="{CC19555D-E51E-4058-9406-D7887A8C7E94}" destId="{A87DEDF0-6B62-4705-8A91-C3517D1E778D}" srcOrd="1" destOrd="0" presId="urn:microsoft.com/office/officeart/2005/8/layout/hierarchy2"/>
    <dgm:cxn modelId="{E3FDE94F-2538-42A7-B62C-444B0DDB866E}" type="presParOf" srcId="{A87DEDF0-6B62-4705-8A91-C3517D1E778D}" destId="{AD362E2D-1F33-4ED3-95B0-FACCD8ED8F1C}" srcOrd="0" destOrd="0" presId="urn:microsoft.com/office/officeart/2005/8/layout/hierarchy2"/>
    <dgm:cxn modelId="{12D5B9D3-25C9-4C58-A0B4-F1D53E77AD11}" type="presParOf" srcId="{AD362E2D-1F33-4ED3-95B0-FACCD8ED8F1C}" destId="{E1F3C4D8-80FD-4519-877F-0D14669C8626}" srcOrd="0" destOrd="0" presId="urn:microsoft.com/office/officeart/2005/8/layout/hierarchy2"/>
    <dgm:cxn modelId="{02622E56-97C7-45DE-8E7C-809F49B2239E}" type="presParOf" srcId="{A87DEDF0-6B62-4705-8A91-C3517D1E778D}" destId="{DEF40997-E3AE-4F77-90CB-7153C34889F5}" srcOrd="1" destOrd="0" presId="urn:microsoft.com/office/officeart/2005/8/layout/hierarchy2"/>
    <dgm:cxn modelId="{379DE32A-77DC-4153-A6B8-2DA7F984CFF6}" type="presParOf" srcId="{DEF40997-E3AE-4F77-90CB-7153C34889F5}" destId="{81E71772-D90F-4021-81B0-372C32CB5D99}" srcOrd="0" destOrd="0" presId="urn:microsoft.com/office/officeart/2005/8/layout/hierarchy2"/>
    <dgm:cxn modelId="{F07B201E-C61F-471E-B5BF-DA57CE491989}" type="presParOf" srcId="{DEF40997-E3AE-4F77-90CB-7153C34889F5}" destId="{84156B90-54FE-4EA6-BE8A-AB368F635B1C}" srcOrd="1" destOrd="0" presId="urn:microsoft.com/office/officeart/2005/8/layout/hierarchy2"/>
    <dgm:cxn modelId="{FD576330-A82C-4569-B6C2-A74DE3AD2515}" type="presParOf" srcId="{84156B90-54FE-4EA6-BE8A-AB368F635B1C}" destId="{A5A3926A-AFF7-4778-9CED-1D45AC0458E2}" srcOrd="0" destOrd="0" presId="urn:microsoft.com/office/officeart/2005/8/layout/hierarchy2"/>
    <dgm:cxn modelId="{70B96ADD-5A67-46D4-ADC9-471D5DA75440}" type="presParOf" srcId="{A5A3926A-AFF7-4778-9CED-1D45AC0458E2}" destId="{DFE0E691-F282-4AC4-8290-51AB825EEEF1}" srcOrd="0" destOrd="0" presId="urn:microsoft.com/office/officeart/2005/8/layout/hierarchy2"/>
    <dgm:cxn modelId="{224FFB15-7F03-4CBE-A1AB-B05587817F90}" type="presParOf" srcId="{84156B90-54FE-4EA6-BE8A-AB368F635B1C}" destId="{70E1889C-F07C-428A-8BE5-70A8F313D5D6}" srcOrd="1" destOrd="0" presId="urn:microsoft.com/office/officeart/2005/8/layout/hierarchy2"/>
    <dgm:cxn modelId="{021F84CB-B693-4DDB-8821-AC1839C242EA}" type="presParOf" srcId="{70E1889C-F07C-428A-8BE5-70A8F313D5D6}" destId="{85CE94EC-06C4-4F87-8106-FF0C3554D83D}" srcOrd="0" destOrd="0" presId="urn:microsoft.com/office/officeart/2005/8/layout/hierarchy2"/>
    <dgm:cxn modelId="{4C92E73B-1826-4F37-B999-9F04ECA148F0}" type="presParOf" srcId="{70E1889C-F07C-428A-8BE5-70A8F313D5D6}" destId="{FB01648F-D071-4620-ACCE-584358199ABD}" srcOrd="1" destOrd="0" presId="urn:microsoft.com/office/officeart/2005/8/layout/hierarchy2"/>
    <dgm:cxn modelId="{D29032FC-FEBA-4604-BC7E-8D19F4E820E6}" type="presParOf" srcId="{84156B90-54FE-4EA6-BE8A-AB368F635B1C}" destId="{56AEFE49-72B1-4789-8A2B-986231583BF7}" srcOrd="2" destOrd="0" presId="urn:microsoft.com/office/officeart/2005/8/layout/hierarchy2"/>
    <dgm:cxn modelId="{684E473E-123F-43F8-93C4-3663EBBBEB87}" type="presParOf" srcId="{56AEFE49-72B1-4789-8A2B-986231583BF7}" destId="{8CF172FD-A740-46BA-801F-699FF0672C92}" srcOrd="0" destOrd="0" presId="urn:microsoft.com/office/officeart/2005/8/layout/hierarchy2"/>
    <dgm:cxn modelId="{95F42DE6-2688-4EDD-8C29-81F758395302}" type="presParOf" srcId="{84156B90-54FE-4EA6-BE8A-AB368F635B1C}" destId="{DFEE0AD3-001D-44D0-BC26-E60DBE26E857}" srcOrd="3" destOrd="0" presId="urn:microsoft.com/office/officeart/2005/8/layout/hierarchy2"/>
    <dgm:cxn modelId="{75DF3BAA-1EA1-4886-9EC8-74498717E7B8}" type="presParOf" srcId="{DFEE0AD3-001D-44D0-BC26-E60DBE26E857}" destId="{91B5B912-724F-4BD2-B4AF-FAEA61A8A9BA}" srcOrd="0" destOrd="0" presId="urn:microsoft.com/office/officeart/2005/8/layout/hierarchy2"/>
    <dgm:cxn modelId="{2CFEF8E7-4F3D-4F5E-9455-C01BF61C9DB8}" type="presParOf" srcId="{DFEE0AD3-001D-44D0-BC26-E60DBE26E857}" destId="{9093B7C7-3D01-4D23-A157-8BEBC8137BC4}" srcOrd="1" destOrd="0" presId="urn:microsoft.com/office/officeart/2005/8/layout/hierarchy2"/>
    <dgm:cxn modelId="{C5E73C4A-776C-4BC3-8001-27520FEC7CAA}" type="presParOf" srcId="{A87DEDF0-6B62-4705-8A91-C3517D1E778D}" destId="{6C8F680A-7D76-4F99-8EDA-522038D2655A}" srcOrd="2" destOrd="0" presId="urn:microsoft.com/office/officeart/2005/8/layout/hierarchy2"/>
    <dgm:cxn modelId="{2DFDFFF6-41BD-42B1-9E27-9CE1815E0DE0}" type="presParOf" srcId="{6C8F680A-7D76-4F99-8EDA-522038D2655A}" destId="{6A0B9482-66C8-4079-92CA-2ACF13EAE11E}" srcOrd="0" destOrd="0" presId="urn:microsoft.com/office/officeart/2005/8/layout/hierarchy2"/>
    <dgm:cxn modelId="{0A41848B-CA9A-41F9-A838-A89505C1AE17}" type="presParOf" srcId="{A87DEDF0-6B62-4705-8A91-C3517D1E778D}" destId="{E250AFD9-17D7-4C82-9A4D-2F3E2CCDF656}" srcOrd="3" destOrd="0" presId="urn:microsoft.com/office/officeart/2005/8/layout/hierarchy2"/>
    <dgm:cxn modelId="{B0489698-71DA-4D34-A37A-9A28C1644D88}" type="presParOf" srcId="{E250AFD9-17D7-4C82-9A4D-2F3E2CCDF656}" destId="{C9DCFEE3-4F7D-426B-913F-B8110F6D1DC4}" srcOrd="0" destOrd="0" presId="urn:microsoft.com/office/officeart/2005/8/layout/hierarchy2"/>
    <dgm:cxn modelId="{3D15AD0E-D956-4896-B8F4-B8DBC418058A}" type="presParOf" srcId="{E250AFD9-17D7-4C82-9A4D-2F3E2CCDF656}" destId="{C500EA07-0EA9-4BD1-89AB-EE612704EB6D}" srcOrd="1" destOrd="0" presId="urn:microsoft.com/office/officeart/2005/8/layout/hierarchy2"/>
    <dgm:cxn modelId="{61FB4CCD-7C46-44EA-9008-5B66144661B8}" type="presParOf" srcId="{C500EA07-0EA9-4BD1-89AB-EE612704EB6D}" destId="{A08E2EA6-B32E-4D87-80CB-2E5DC31B1810}" srcOrd="0" destOrd="0" presId="urn:microsoft.com/office/officeart/2005/8/layout/hierarchy2"/>
    <dgm:cxn modelId="{E5D8C67B-66F5-4AEB-B9EC-729F0EC9090C}" type="presParOf" srcId="{A08E2EA6-B32E-4D87-80CB-2E5DC31B1810}" destId="{756F8250-E4C8-4099-BFAC-F8E470263F34}" srcOrd="0" destOrd="0" presId="urn:microsoft.com/office/officeart/2005/8/layout/hierarchy2"/>
    <dgm:cxn modelId="{F52B2A62-4A13-4000-BBD3-7262BE0AE8CD}" type="presParOf" srcId="{C500EA07-0EA9-4BD1-89AB-EE612704EB6D}" destId="{071CDFE7-B304-428F-A271-D4879AEC590B}" srcOrd="1" destOrd="0" presId="urn:microsoft.com/office/officeart/2005/8/layout/hierarchy2"/>
    <dgm:cxn modelId="{FFB17641-94F7-42C8-9897-EC3B8A6D53C2}" type="presParOf" srcId="{071CDFE7-B304-428F-A271-D4879AEC590B}" destId="{E0E19043-4970-474B-A300-DA02C52E90EC}" srcOrd="0" destOrd="0" presId="urn:microsoft.com/office/officeart/2005/8/layout/hierarchy2"/>
    <dgm:cxn modelId="{93C27BC2-BFCF-4474-A18E-D4943F335E95}" type="presParOf" srcId="{071CDFE7-B304-428F-A271-D4879AEC590B}" destId="{00A607B7-5993-4124-AB7C-17A4623EA7B6}" srcOrd="1" destOrd="0" presId="urn:microsoft.com/office/officeart/2005/8/layout/hierarchy2"/>
    <dgm:cxn modelId="{19979C4E-39A4-4D6C-B0C3-F60EBBBB1262}" type="presParOf" srcId="{C500EA07-0EA9-4BD1-89AB-EE612704EB6D}" destId="{A142037D-623F-4750-B5E6-1F450199A2C6}" srcOrd="2" destOrd="0" presId="urn:microsoft.com/office/officeart/2005/8/layout/hierarchy2"/>
    <dgm:cxn modelId="{0F91C749-A0B9-4775-9911-DC39A9ED2403}" type="presParOf" srcId="{A142037D-623F-4750-B5E6-1F450199A2C6}" destId="{9C3D7661-19C8-46A5-B71F-ED8B234A3C1D}" srcOrd="0" destOrd="0" presId="urn:microsoft.com/office/officeart/2005/8/layout/hierarchy2"/>
    <dgm:cxn modelId="{ECC242BA-8EC3-45DC-93A2-79A091D186C5}" type="presParOf" srcId="{C500EA07-0EA9-4BD1-89AB-EE612704EB6D}" destId="{78448830-7A9A-41B4-9C84-A1C86E0A33F3}" srcOrd="3" destOrd="0" presId="urn:microsoft.com/office/officeart/2005/8/layout/hierarchy2"/>
    <dgm:cxn modelId="{FFB75B56-5C57-43DD-B7D6-E3684EE0BCDF}" type="presParOf" srcId="{78448830-7A9A-41B4-9C84-A1C86E0A33F3}" destId="{446CD55A-4CE4-4C8C-8E37-8D010ADA4C70}" srcOrd="0" destOrd="0" presId="urn:microsoft.com/office/officeart/2005/8/layout/hierarchy2"/>
    <dgm:cxn modelId="{B85B7CE7-6218-4E71-86C9-C269ABE2E4D4}" type="presParOf" srcId="{78448830-7A9A-41B4-9C84-A1C86E0A33F3}" destId="{60D7B7AB-B997-420E-B9BF-1A39EAD4B75E}" srcOrd="1" destOrd="0" presId="urn:microsoft.com/office/officeart/2005/8/layout/hierarchy2"/>
    <dgm:cxn modelId="{B9208993-CD82-4C7E-A341-6BD8B22833F5}" type="presParOf" srcId="{A87DEDF0-6B62-4705-8A91-C3517D1E778D}" destId="{D6308BB6-BC3C-4165-90ED-089F00A36357}" srcOrd="4" destOrd="0" presId="urn:microsoft.com/office/officeart/2005/8/layout/hierarchy2"/>
    <dgm:cxn modelId="{2FB37068-9E2D-4C43-BCF6-ED87DC8CB780}" type="presParOf" srcId="{D6308BB6-BC3C-4165-90ED-089F00A36357}" destId="{90074943-0F4B-43F3-B90E-7EF84267E58C}" srcOrd="0" destOrd="0" presId="urn:microsoft.com/office/officeart/2005/8/layout/hierarchy2"/>
    <dgm:cxn modelId="{F3128760-4266-416B-AF48-BF3772E6AA55}" type="presParOf" srcId="{A87DEDF0-6B62-4705-8A91-C3517D1E778D}" destId="{ED65BFA1-E315-4ED9-8B38-7037515F2AF1}" srcOrd="5" destOrd="0" presId="urn:microsoft.com/office/officeart/2005/8/layout/hierarchy2"/>
    <dgm:cxn modelId="{98E7F77A-E6CA-4459-9B8E-3DD59E14FC93}" type="presParOf" srcId="{ED65BFA1-E315-4ED9-8B38-7037515F2AF1}" destId="{9CCAECA1-C023-454F-B3B6-F6990C8EAE47}" srcOrd="0" destOrd="0" presId="urn:microsoft.com/office/officeart/2005/8/layout/hierarchy2"/>
    <dgm:cxn modelId="{DE8F9358-32DB-40ED-B748-DE637BC3DA7C}" type="presParOf" srcId="{ED65BFA1-E315-4ED9-8B38-7037515F2AF1}" destId="{8F382EF7-A468-4A80-8EC8-87337687566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ABC8D6-97C0-4259-91A0-220760D38C21}" type="doc">
      <dgm:prSet loTypeId="urn:microsoft.com/office/officeart/2005/8/layout/hierarchy2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838FECA6-763C-46A6-9255-2BFF4B92BE99}">
      <dgm:prSet phldrT="[Texto]"/>
      <dgm:spPr/>
      <dgm:t>
        <a:bodyPr/>
        <a:lstStyle/>
        <a:p>
          <a:r>
            <a:rPr lang="es-AR" dirty="0"/>
            <a:t>RESTRICCIONES</a:t>
          </a:r>
        </a:p>
      </dgm:t>
    </dgm:pt>
    <dgm:pt modelId="{35700C93-6452-46B0-9258-61DA42DD9D5E}" type="parTrans" cxnId="{BE28BE25-F76C-4952-BEB8-7E008CF5874C}">
      <dgm:prSet/>
      <dgm:spPr/>
      <dgm:t>
        <a:bodyPr/>
        <a:lstStyle/>
        <a:p>
          <a:endParaRPr lang="es-AR"/>
        </a:p>
      </dgm:t>
    </dgm:pt>
    <dgm:pt modelId="{0E902CA0-9D41-4A7D-A3A6-B863547F0B0E}" type="sibTrans" cxnId="{BE28BE25-F76C-4952-BEB8-7E008CF5874C}">
      <dgm:prSet/>
      <dgm:spPr/>
      <dgm:t>
        <a:bodyPr/>
        <a:lstStyle/>
        <a:p>
          <a:endParaRPr lang="es-AR"/>
        </a:p>
      </dgm:t>
    </dgm:pt>
    <dgm:pt modelId="{5739F950-6093-480C-8834-A08AF5E35C3C}">
      <dgm:prSet phldrT="[Texto]"/>
      <dgm:spPr/>
      <dgm:t>
        <a:bodyPr/>
        <a:lstStyle/>
        <a:p>
          <a:r>
            <a:rPr lang="es-AR" dirty="0"/>
            <a:t>UNO A UNO (1:1)</a:t>
          </a:r>
        </a:p>
      </dgm:t>
    </dgm:pt>
    <dgm:pt modelId="{D24669B1-39F5-4EBE-881D-E301A411F6AB}" type="parTrans" cxnId="{7CF59453-65F2-441A-92C2-38085261E339}">
      <dgm:prSet/>
      <dgm:spPr/>
      <dgm:t>
        <a:bodyPr/>
        <a:lstStyle/>
        <a:p>
          <a:endParaRPr lang="es-AR"/>
        </a:p>
      </dgm:t>
    </dgm:pt>
    <dgm:pt modelId="{CF8FD0C8-ADA4-4510-BA00-553BA63B75BF}" type="sibTrans" cxnId="{7CF59453-65F2-441A-92C2-38085261E339}">
      <dgm:prSet/>
      <dgm:spPr/>
      <dgm:t>
        <a:bodyPr/>
        <a:lstStyle/>
        <a:p>
          <a:endParaRPr lang="es-AR"/>
        </a:p>
      </dgm:t>
    </dgm:pt>
    <dgm:pt modelId="{591D6DCB-C75A-4ABF-BA6D-1B43AB35DF94}">
      <dgm:prSet phldrT="[Texto]"/>
      <dgm:spPr/>
      <dgm:t>
        <a:bodyPr/>
        <a:lstStyle/>
        <a:p>
          <a:r>
            <a:rPr lang="es-AR" dirty="0"/>
            <a:t>PARTICIPACION</a:t>
          </a:r>
        </a:p>
      </dgm:t>
    </dgm:pt>
    <dgm:pt modelId="{13950005-97FC-4F9F-B11E-859C9788C63E}" type="parTrans" cxnId="{94F63FF0-938C-4DB9-B8EA-2BE21643BAF0}">
      <dgm:prSet/>
      <dgm:spPr/>
      <dgm:t>
        <a:bodyPr/>
        <a:lstStyle/>
        <a:p>
          <a:endParaRPr lang="es-AR"/>
        </a:p>
      </dgm:t>
    </dgm:pt>
    <dgm:pt modelId="{58F5EA0A-7151-4304-B2B1-03C6D5C051C8}" type="sibTrans" cxnId="{94F63FF0-938C-4DB9-B8EA-2BE21643BAF0}">
      <dgm:prSet/>
      <dgm:spPr/>
      <dgm:t>
        <a:bodyPr/>
        <a:lstStyle/>
        <a:p>
          <a:endParaRPr lang="es-AR"/>
        </a:p>
      </dgm:t>
    </dgm:pt>
    <dgm:pt modelId="{51BBC5E8-676A-42CC-997D-B6BBAE1E25F1}">
      <dgm:prSet phldrT="[Texto]"/>
      <dgm:spPr/>
      <dgm:t>
        <a:bodyPr/>
        <a:lstStyle/>
        <a:p>
          <a:r>
            <a:rPr lang="es-AR" dirty="0"/>
            <a:t>TOTAL (</a:t>
          </a:r>
          <a:r>
            <a:rPr lang="es-AR" i="1" dirty="0" err="1"/>
            <a:t>Mandatory</a:t>
          </a:r>
          <a:r>
            <a:rPr lang="es-AR" dirty="0"/>
            <a:t>)</a:t>
          </a:r>
        </a:p>
      </dgm:t>
    </dgm:pt>
    <dgm:pt modelId="{B5DEF41F-FCB9-4504-A68E-AB0135A702EA}" type="parTrans" cxnId="{F5E15903-F854-4B18-A5F8-C5A16021347A}">
      <dgm:prSet/>
      <dgm:spPr/>
      <dgm:t>
        <a:bodyPr/>
        <a:lstStyle/>
        <a:p>
          <a:endParaRPr lang="es-AR"/>
        </a:p>
      </dgm:t>
    </dgm:pt>
    <dgm:pt modelId="{75EADD7A-F0F0-4FDF-8994-D777D976AFB6}" type="sibTrans" cxnId="{F5E15903-F854-4B18-A5F8-C5A16021347A}">
      <dgm:prSet/>
      <dgm:spPr/>
      <dgm:t>
        <a:bodyPr/>
        <a:lstStyle/>
        <a:p>
          <a:endParaRPr lang="es-AR"/>
        </a:p>
      </dgm:t>
    </dgm:pt>
    <dgm:pt modelId="{BB9D659D-59B5-42F6-A77A-889650454B68}">
      <dgm:prSet phldrT="[Texto]"/>
      <dgm:spPr/>
      <dgm:t>
        <a:bodyPr/>
        <a:lstStyle/>
        <a:p>
          <a:r>
            <a:rPr lang="es-AR" dirty="0"/>
            <a:t>CARDINALIDAD</a:t>
          </a:r>
        </a:p>
      </dgm:t>
    </dgm:pt>
    <dgm:pt modelId="{F4F8F346-0A1D-4B6D-9E36-AA72F55EC945}" type="parTrans" cxnId="{F05EB9CA-45D3-4BAB-91FE-4755D7CB19F7}">
      <dgm:prSet/>
      <dgm:spPr/>
      <dgm:t>
        <a:bodyPr/>
        <a:lstStyle/>
        <a:p>
          <a:endParaRPr lang="es-AR"/>
        </a:p>
      </dgm:t>
    </dgm:pt>
    <dgm:pt modelId="{3DFD352A-3A8E-48F5-A602-980F909EEEB6}" type="sibTrans" cxnId="{F05EB9CA-45D3-4BAB-91FE-4755D7CB19F7}">
      <dgm:prSet/>
      <dgm:spPr/>
      <dgm:t>
        <a:bodyPr/>
        <a:lstStyle/>
        <a:p>
          <a:endParaRPr lang="es-AR"/>
        </a:p>
      </dgm:t>
    </dgm:pt>
    <dgm:pt modelId="{5B573BA9-4037-4810-9850-EAF287A55229}">
      <dgm:prSet phldrT="[Texto]"/>
      <dgm:spPr/>
      <dgm:t>
        <a:bodyPr/>
        <a:lstStyle/>
        <a:p>
          <a:r>
            <a:rPr lang="es-AR" dirty="0"/>
            <a:t>UNO A MUCHOS (1:N)</a:t>
          </a:r>
        </a:p>
      </dgm:t>
    </dgm:pt>
    <dgm:pt modelId="{BCAF8EB1-8FD2-4B48-9452-82B9DF3B6C42}" type="parTrans" cxnId="{9843597F-F711-4C3C-84FE-C52ED57E92E0}">
      <dgm:prSet/>
      <dgm:spPr/>
      <dgm:t>
        <a:bodyPr/>
        <a:lstStyle/>
        <a:p>
          <a:endParaRPr lang="es-AR"/>
        </a:p>
      </dgm:t>
    </dgm:pt>
    <dgm:pt modelId="{1953E94F-874D-4C78-9000-FD26CF63EE14}" type="sibTrans" cxnId="{9843597F-F711-4C3C-84FE-C52ED57E92E0}">
      <dgm:prSet/>
      <dgm:spPr/>
      <dgm:t>
        <a:bodyPr/>
        <a:lstStyle/>
        <a:p>
          <a:endParaRPr lang="es-AR"/>
        </a:p>
      </dgm:t>
    </dgm:pt>
    <dgm:pt modelId="{DAF10EC3-CAF6-40D8-BFA9-208E754ED9EF}">
      <dgm:prSet phldrT="[Texto]"/>
      <dgm:spPr/>
      <dgm:t>
        <a:bodyPr/>
        <a:lstStyle/>
        <a:p>
          <a:r>
            <a:rPr lang="es-AR" dirty="0"/>
            <a:t>PARCIAL (</a:t>
          </a:r>
          <a:r>
            <a:rPr lang="es-AR" i="1" dirty="0" err="1"/>
            <a:t>Optional</a:t>
          </a:r>
          <a:r>
            <a:rPr lang="es-AR" dirty="0"/>
            <a:t>)</a:t>
          </a:r>
        </a:p>
      </dgm:t>
    </dgm:pt>
    <dgm:pt modelId="{1DEACC26-FC89-4BAF-889D-93ABFFA78C8F}" type="parTrans" cxnId="{F827C4C3-A65B-4A87-983F-D1E70D019FD3}">
      <dgm:prSet/>
      <dgm:spPr/>
      <dgm:t>
        <a:bodyPr/>
        <a:lstStyle/>
        <a:p>
          <a:endParaRPr lang="es-AR"/>
        </a:p>
      </dgm:t>
    </dgm:pt>
    <dgm:pt modelId="{E525D13E-7240-4DFF-BC86-50A5D8D0ABCC}" type="sibTrans" cxnId="{F827C4C3-A65B-4A87-983F-D1E70D019FD3}">
      <dgm:prSet/>
      <dgm:spPr/>
      <dgm:t>
        <a:bodyPr/>
        <a:lstStyle/>
        <a:p>
          <a:endParaRPr lang="es-AR"/>
        </a:p>
      </dgm:t>
    </dgm:pt>
    <dgm:pt modelId="{B6296370-2672-484A-9EF6-BAD49D17CD26}">
      <dgm:prSet phldrT="[Texto]"/>
      <dgm:spPr/>
      <dgm:t>
        <a:bodyPr/>
        <a:lstStyle/>
        <a:p>
          <a:r>
            <a:rPr lang="es-AR" dirty="0"/>
            <a:t>MUCHOS A MUCHOS (M:N)</a:t>
          </a:r>
        </a:p>
      </dgm:t>
    </dgm:pt>
    <dgm:pt modelId="{0171682F-DF9A-4B0C-B69B-60D01ADC63B5}" type="parTrans" cxnId="{B8328599-C6FE-45F7-AB14-16834A1ECB01}">
      <dgm:prSet/>
      <dgm:spPr/>
      <dgm:t>
        <a:bodyPr/>
        <a:lstStyle/>
        <a:p>
          <a:endParaRPr lang="es-AR"/>
        </a:p>
      </dgm:t>
    </dgm:pt>
    <dgm:pt modelId="{DCB9BE50-3A61-4FC8-9838-6C3B7980F1CF}" type="sibTrans" cxnId="{B8328599-C6FE-45F7-AB14-16834A1ECB01}">
      <dgm:prSet/>
      <dgm:spPr/>
      <dgm:t>
        <a:bodyPr/>
        <a:lstStyle/>
        <a:p>
          <a:endParaRPr lang="es-AR"/>
        </a:p>
      </dgm:t>
    </dgm:pt>
    <dgm:pt modelId="{B452403C-3FE0-4DED-97FD-99B3D958896D}" type="pres">
      <dgm:prSet presAssocID="{FEABC8D6-97C0-4259-91A0-220760D38C2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C19555D-E51E-4058-9406-D7887A8C7E94}" type="pres">
      <dgm:prSet presAssocID="{838FECA6-763C-46A6-9255-2BFF4B92BE99}" presName="root1" presStyleCnt="0"/>
      <dgm:spPr/>
    </dgm:pt>
    <dgm:pt modelId="{F42CEAC1-9240-412C-8DAC-A145505DE565}" type="pres">
      <dgm:prSet presAssocID="{838FECA6-763C-46A6-9255-2BFF4B92BE99}" presName="LevelOneTextNode" presStyleLbl="node0" presStyleIdx="0" presStyleCnt="1">
        <dgm:presLayoutVars>
          <dgm:chPref val="3"/>
        </dgm:presLayoutVars>
      </dgm:prSet>
      <dgm:spPr/>
    </dgm:pt>
    <dgm:pt modelId="{A87DEDF0-6B62-4705-8A91-C3517D1E778D}" type="pres">
      <dgm:prSet presAssocID="{838FECA6-763C-46A6-9255-2BFF4B92BE99}" presName="level2hierChild" presStyleCnt="0"/>
      <dgm:spPr/>
    </dgm:pt>
    <dgm:pt modelId="{AD362E2D-1F33-4ED3-95B0-FACCD8ED8F1C}" type="pres">
      <dgm:prSet presAssocID="{F4F8F346-0A1D-4B6D-9E36-AA72F55EC945}" presName="conn2-1" presStyleLbl="parChTrans1D2" presStyleIdx="0" presStyleCnt="2"/>
      <dgm:spPr/>
    </dgm:pt>
    <dgm:pt modelId="{E1F3C4D8-80FD-4519-877F-0D14669C8626}" type="pres">
      <dgm:prSet presAssocID="{F4F8F346-0A1D-4B6D-9E36-AA72F55EC945}" presName="connTx" presStyleLbl="parChTrans1D2" presStyleIdx="0" presStyleCnt="2"/>
      <dgm:spPr/>
    </dgm:pt>
    <dgm:pt modelId="{DEF40997-E3AE-4F77-90CB-7153C34889F5}" type="pres">
      <dgm:prSet presAssocID="{BB9D659D-59B5-42F6-A77A-889650454B68}" presName="root2" presStyleCnt="0"/>
      <dgm:spPr/>
    </dgm:pt>
    <dgm:pt modelId="{81E71772-D90F-4021-81B0-372C32CB5D99}" type="pres">
      <dgm:prSet presAssocID="{BB9D659D-59B5-42F6-A77A-889650454B68}" presName="LevelTwoTextNode" presStyleLbl="node2" presStyleIdx="0" presStyleCnt="2">
        <dgm:presLayoutVars>
          <dgm:chPref val="3"/>
        </dgm:presLayoutVars>
      </dgm:prSet>
      <dgm:spPr/>
    </dgm:pt>
    <dgm:pt modelId="{84156B90-54FE-4EA6-BE8A-AB368F635B1C}" type="pres">
      <dgm:prSet presAssocID="{BB9D659D-59B5-42F6-A77A-889650454B68}" presName="level3hierChild" presStyleCnt="0"/>
      <dgm:spPr/>
    </dgm:pt>
    <dgm:pt modelId="{A5A3926A-AFF7-4778-9CED-1D45AC0458E2}" type="pres">
      <dgm:prSet presAssocID="{D24669B1-39F5-4EBE-881D-E301A411F6AB}" presName="conn2-1" presStyleLbl="parChTrans1D3" presStyleIdx="0" presStyleCnt="5"/>
      <dgm:spPr/>
    </dgm:pt>
    <dgm:pt modelId="{DFE0E691-F282-4AC4-8290-51AB825EEEF1}" type="pres">
      <dgm:prSet presAssocID="{D24669B1-39F5-4EBE-881D-E301A411F6AB}" presName="connTx" presStyleLbl="parChTrans1D3" presStyleIdx="0" presStyleCnt="5"/>
      <dgm:spPr/>
    </dgm:pt>
    <dgm:pt modelId="{70E1889C-F07C-428A-8BE5-70A8F313D5D6}" type="pres">
      <dgm:prSet presAssocID="{5739F950-6093-480C-8834-A08AF5E35C3C}" presName="root2" presStyleCnt="0"/>
      <dgm:spPr/>
    </dgm:pt>
    <dgm:pt modelId="{85CE94EC-06C4-4F87-8106-FF0C3554D83D}" type="pres">
      <dgm:prSet presAssocID="{5739F950-6093-480C-8834-A08AF5E35C3C}" presName="LevelTwoTextNode" presStyleLbl="node3" presStyleIdx="0" presStyleCnt="5" custScaleX="114451">
        <dgm:presLayoutVars>
          <dgm:chPref val="3"/>
        </dgm:presLayoutVars>
      </dgm:prSet>
      <dgm:spPr/>
    </dgm:pt>
    <dgm:pt modelId="{FB01648F-D071-4620-ACCE-584358199ABD}" type="pres">
      <dgm:prSet presAssocID="{5739F950-6093-480C-8834-A08AF5E35C3C}" presName="level3hierChild" presStyleCnt="0"/>
      <dgm:spPr/>
    </dgm:pt>
    <dgm:pt modelId="{56AEFE49-72B1-4789-8A2B-986231583BF7}" type="pres">
      <dgm:prSet presAssocID="{BCAF8EB1-8FD2-4B48-9452-82B9DF3B6C42}" presName="conn2-1" presStyleLbl="parChTrans1D3" presStyleIdx="1" presStyleCnt="5"/>
      <dgm:spPr/>
    </dgm:pt>
    <dgm:pt modelId="{8CF172FD-A740-46BA-801F-699FF0672C92}" type="pres">
      <dgm:prSet presAssocID="{BCAF8EB1-8FD2-4B48-9452-82B9DF3B6C42}" presName="connTx" presStyleLbl="parChTrans1D3" presStyleIdx="1" presStyleCnt="5"/>
      <dgm:spPr/>
    </dgm:pt>
    <dgm:pt modelId="{DFEE0AD3-001D-44D0-BC26-E60DBE26E857}" type="pres">
      <dgm:prSet presAssocID="{5B573BA9-4037-4810-9850-EAF287A55229}" presName="root2" presStyleCnt="0"/>
      <dgm:spPr/>
    </dgm:pt>
    <dgm:pt modelId="{91B5B912-724F-4BD2-B4AF-FAEA61A8A9BA}" type="pres">
      <dgm:prSet presAssocID="{5B573BA9-4037-4810-9850-EAF287A55229}" presName="LevelTwoTextNode" presStyleLbl="node3" presStyleIdx="1" presStyleCnt="5" custScaleX="114451">
        <dgm:presLayoutVars>
          <dgm:chPref val="3"/>
        </dgm:presLayoutVars>
      </dgm:prSet>
      <dgm:spPr/>
    </dgm:pt>
    <dgm:pt modelId="{9093B7C7-3D01-4D23-A157-8BEBC8137BC4}" type="pres">
      <dgm:prSet presAssocID="{5B573BA9-4037-4810-9850-EAF287A55229}" presName="level3hierChild" presStyleCnt="0"/>
      <dgm:spPr/>
    </dgm:pt>
    <dgm:pt modelId="{1A17396E-79AC-4018-A33A-F7604A1509C0}" type="pres">
      <dgm:prSet presAssocID="{0171682F-DF9A-4B0C-B69B-60D01ADC63B5}" presName="conn2-1" presStyleLbl="parChTrans1D3" presStyleIdx="2" presStyleCnt="5"/>
      <dgm:spPr/>
    </dgm:pt>
    <dgm:pt modelId="{E4461ED8-594C-487E-BC52-F0041E5B3289}" type="pres">
      <dgm:prSet presAssocID="{0171682F-DF9A-4B0C-B69B-60D01ADC63B5}" presName="connTx" presStyleLbl="parChTrans1D3" presStyleIdx="2" presStyleCnt="5"/>
      <dgm:spPr/>
    </dgm:pt>
    <dgm:pt modelId="{05A794C5-BD2E-429F-A2D7-4B83E5D0C9C1}" type="pres">
      <dgm:prSet presAssocID="{B6296370-2672-484A-9EF6-BAD49D17CD26}" presName="root2" presStyleCnt="0"/>
      <dgm:spPr/>
    </dgm:pt>
    <dgm:pt modelId="{2FB7D6D2-5E99-4B69-B3C8-2E485BA925FF}" type="pres">
      <dgm:prSet presAssocID="{B6296370-2672-484A-9EF6-BAD49D17CD26}" presName="LevelTwoTextNode" presStyleLbl="node3" presStyleIdx="2" presStyleCnt="5" custScaleX="114451">
        <dgm:presLayoutVars>
          <dgm:chPref val="3"/>
        </dgm:presLayoutVars>
      </dgm:prSet>
      <dgm:spPr/>
    </dgm:pt>
    <dgm:pt modelId="{FBBB9259-804C-45A1-A36C-8C0492E1EFC0}" type="pres">
      <dgm:prSet presAssocID="{B6296370-2672-484A-9EF6-BAD49D17CD26}" presName="level3hierChild" presStyleCnt="0"/>
      <dgm:spPr/>
    </dgm:pt>
    <dgm:pt modelId="{6C8F680A-7D76-4F99-8EDA-522038D2655A}" type="pres">
      <dgm:prSet presAssocID="{13950005-97FC-4F9F-B11E-859C9788C63E}" presName="conn2-1" presStyleLbl="parChTrans1D2" presStyleIdx="1" presStyleCnt="2"/>
      <dgm:spPr/>
    </dgm:pt>
    <dgm:pt modelId="{6A0B9482-66C8-4079-92CA-2ACF13EAE11E}" type="pres">
      <dgm:prSet presAssocID="{13950005-97FC-4F9F-B11E-859C9788C63E}" presName="connTx" presStyleLbl="parChTrans1D2" presStyleIdx="1" presStyleCnt="2"/>
      <dgm:spPr/>
    </dgm:pt>
    <dgm:pt modelId="{E250AFD9-17D7-4C82-9A4D-2F3E2CCDF656}" type="pres">
      <dgm:prSet presAssocID="{591D6DCB-C75A-4ABF-BA6D-1B43AB35DF94}" presName="root2" presStyleCnt="0"/>
      <dgm:spPr/>
    </dgm:pt>
    <dgm:pt modelId="{C9DCFEE3-4F7D-426B-913F-B8110F6D1DC4}" type="pres">
      <dgm:prSet presAssocID="{591D6DCB-C75A-4ABF-BA6D-1B43AB35DF94}" presName="LevelTwoTextNode" presStyleLbl="node2" presStyleIdx="1" presStyleCnt="2">
        <dgm:presLayoutVars>
          <dgm:chPref val="3"/>
        </dgm:presLayoutVars>
      </dgm:prSet>
      <dgm:spPr/>
    </dgm:pt>
    <dgm:pt modelId="{C500EA07-0EA9-4BD1-89AB-EE612704EB6D}" type="pres">
      <dgm:prSet presAssocID="{591D6DCB-C75A-4ABF-BA6D-1B43AB35DF94}" presName="level3hierChild" presStyleCnt="0"/>
      <dgm:spPr/>
    </dgm:pt>
    <dgm:pt modelId="{A08E2EA6-B32E-4D87-80CB-2E5DC31B1810}" type="pres">
      <dgm:prSet presAssocID="{B5DEF41F-FCB9-4504-A68E-AB0135A702EA}" presName="conn2-1" presStyleLbl="parChTrans1D3" presStyleIdx="3" presStyleCnt="5"/>
      <dgm:spPr/>
    </dgm:pt>
    <dgm:pt modelId="{756F8250-E4C8-4099-BFAC-F8E470263F34}" type="pres">
      <dgm:prSet presAssocID="{B5DEF41F-FCB9-4504-A68E-AB0135A702EA}" presName="connTx" presStyleLbl="parChTrans1D3" presStyleIdx="3" presStyleCnt="5"/>
      <dgm:spPr/>
    </dgm:pt>
    <dgm:pt modelId="{071CDFE7-B304-428F-A271-D4879AEC590B}" type="pres">
      <dgm:prSet presAssocID="{51BBC5E8-676A-42CC-997D-B6BBAE1E25F1}" presName="root2" presStyleCnt="0"/>
      <dgm:spPr/>
    </dgm:pt>
    <dgm:pt modelId="{E0E19043-4970-474B-A300-DA02C52E90EC}" type="pres">
      <dgm:prSet presAssocID="{51BBC5E8-676A-42CC-997D-B6BBAE1E25F1}" presName="LevelTwoTextNode" presStyleLbl="node3" presStyleIdx="3" presStyleCnt="5" custLinFactNeighborX="0">
        <dgm:presLayoutVars>
          <dgm:chPref val="3"/>
        </dgm:presLayoutVars>
      </dgm:prSet>
      <dgm:spPr/>
    </dgm:pt>
    <dgm:pt modelId="{00A607B7-5993-4124-AB7C-17A4623EA7B6}" type="pres">
      <dgm:prSet presAssocID="{51BBC5E8-676A-42CC-997D-B6BBAE1E25F1}" presName="level3hierChild" presStyleCnt="0"/>
      <dgm:spPr/>
    </dgm:pt>
    <dgm:pt modelId="{A142037D-623F-4750-B5E6-1F450199A2C6}" type="pres">
      <dgm:prSet presAssocID="{1DEACC26-FC89-4BAF-889D-93ABFFA78C8F}" presName="conn2-1" presStyleLbl="parChTrans1D3" presStyleIdx="4" presStyleCnt="5"/>
      <dgm:spPr/>
    </dgm:pt>
    <dgm:pt modelId="{9C3D7661-19C8-46A5-B71F-ED8B234A3C1D}" type="pres">
      <dgm:prSet presAssocID="{1DEACC26-FC89-4BAF-889D-93ABFFA78C8F}" presName="connTx" presStyleLbl="parChTrans1D3" presStyleIdx="4" presStyleCnt="5"/>
      <dgm:spPr/>
    </dgm:pt>
    <dgm:pt modelId="{78448830-7A9A-41B4-9C84-A1C86E0A33F3}" type="pres">
      <dgm:prSet presAssocID="{DAF10EC3-CAF6-40D8-BFA9-208E754ED9EF}" presName="root2" presStyleCnt="0"/>
      <dgm:spPr/>
    </dgm:pt>
    <dgm:pt modelId="{446CD55A-4CE4-4C8C-8E37-8D010ADA4C70}" type="pres">
      <dgm:prSet presAssocID="{DAF10EC3-CAF6-40D8-BFA9-208E754ED9EF}" presName="LevelTwoTextNode" presStyleLbl="node3" presStyleIdx="4" presStyleCnt="5">
        <dgm:presLayoutVars>
          <dgm:chPref val="3"/>
        </dgm:presLayoutVars>
      </dgm:prSet>
      <dgm:spPr/>
    </dgm:pt>
    <dgm:pt modelId="{60D7B7AB-B997-420E-B9BF-1A39EAD4B75E}" type="pres">
      <dgm:prSet presAssocID="{DAF10EC3-CAF6-40D8-BFA9-208E754ED9EF}" presName="level3hierChild" presStyleCnt="0"/>
      <dgm:spPr/>
    </dgm:pt>
  </dgm:ptLst>
  <dgm:cxnLst>
    <dgm:cxn modelId="{EF368702-B8EB-409B-8BCF-891781BB026F}" type="presOf" srcId="{0171682F-DF9A-4B0C-B69B-60D01ADC63B5}" destId="{1A17396E-79AC-4018-A33A-F7604A1509C0}" srcOrd="0" destOrd="0" presId="urn:microsoft.com/office/officeart/2005/8/layout/hierarchy2"/>
    <dgm:cxn modelId="{F5E15903-F854-4B18-A5F8-C5A16021347A}" srcId="{591D6DCB-C75A-4ABF-BA6D-1B43AB35DF94}" destId="{51BBC5E8-676A-42CC-997D-B6BBAE1E25F1}" srcOrd="0" destOrd="0" parTransId="{B5DEF41F-FCB9-4504-A68E-AB0135A702EA}" sibTransId="{75EADD7A-F0F0-4FDF-8994-D777D976AFB6}"/>
    <dgm:cxn modelId="{355A010A-26E6-4A25-AF4B-96B0AD40590B}" type="presOf" srcId="{F4F8F346-0A1D-4B6D-9E36-AA72F55EC945}" destId="{E1F3C4D8-80FD-4519-877F-0D14669C8626}" srcOrd="1" destOrd="0" presId="urn:microsoft.com/office/officeart/2005/8/layout/hierarchy2"/>
    <dgm:cxn modelId="{BE28BE25-F76C-4952-BEB8-7E008CF5874C}" srcId="{FEABC8D6-97C0-4259-91A0-220760D38C21}" destId="{838FECA6-763C-46A6-9255-2BFF4B92BE99}" srcOrd="0" destOrd="0" parTransId="{35700C93-6452-46B0-9258-61DA42DD9D5E}" sibTransId="{0E902CA0-9D41-4A7D-A3A6-B863547F0B0E}"/>
    <dgm:cxn modelId="{758B1334-EB61-4120-A913-ADDB4760CE09}" type="presOf" srcId="{B5DEF41F-FCB9-4504-A68E-AB0135A702EA}" destId="{756F8250-E4C8-4099-BFAC-F8E470263F34}" srcOrd="1" destOrd="0" presId="urn:microsoft.com/office/officeart/2005/8/layout/hierarchy2"/>
    <dgm:cxn modelId="{27368D45-38AD-42F7-83CB-38D54D089B17}" type="presOf" srcId="{D24669B1-39F5-4EBE-881D-E301A411F6AB}" destId="{A5A3926A-AFF7-4778-9CED-1D45AC0458E2}" srcOrd="0" destOrd="0" presId="urn:microsoft.com/office/officeart/2005/8/layout/hierarchy2"/>
    <dgm:cxn modelId="{4E388148-D6EA-4AFF-9EC6-28994FA5F233}" type="presOf" srcId="{13950005-97FC-4F9F-B11E-859C9788C63E}" destId="{6C8F680A-7D76-4F99-8EDA-522038D2655A}" srcOrd="0" destOrd="0" presId="urn:microsoft.com/office/officeart/2005/8/layout/hierarchy2"/>
    <dgm:cxn modelId="{63071D53-265A-4CB1-B830-61F7743C6E44}" type="presOf" srcId="{838FECA6-763C-46A6-9255-2BFF4B92BE99}" destId="{F42CEAC1-9240-412C-8DAC-A145505DE565}" srcOrd="0" destOrd="0" presId="urn:microsoft.com/office/officeart/2005/8/layout/hierarchy2"/>
    <dgm:cxn modelId="{7CF59453-65F2-441A-92C2-38085261E339}" srcId="{BB9D659D-59B5-42F6-A77A-889650454B68}" destId="{5739F950-6093-480C-8834-A08AF5E35C3C}" srcOrd="0" destOrd="0" parTransId="{D24669B1-39F5-4EBE-881D-E301A411F6AB}" sibTransId="{CF8FD0C8-ADA4-4510-BA00-553BA63B75BF}"/>
    <dgm:cxn modelId="{608B2954-73FD-42AC-88B6-BFB7C27C0C47}" type="presOf" srcId="{BCAF8EB1-8FD2-4B48-9452-82B9DF3B6C42}" destId="{56AEFE49-72B1-4789-8A2B-986231583BF7}" srcOrd="0" destOrd="0" presId="urn:microsoft.com/office/officeart/2005/8/layout/hierarchy2"/>
    <dgm:cxn modelId="{9843597F-F711-4C3C-84FE-C52ED57E92E0}" srcId="{BB9D659D-59B5-42F6-A77A-889650454B68}" destId="{5B573BA9-4037-4810-9850-EAF287A55229}" srcOrd="1" destOrd="0" parTransId="{BCAF8EB1-8FD2-4B48-9452-82B9DF3B6C42}" sibTransId="{1953E94F-874D-4C78-9000-FD26CF63EE14}"/>
    <dgm:cxn modelId="{5349EC81-E800-4FC7-B115-0A179EB952CD}" type="presOf" srcId="{D24669B1-39F5-4EBE-881D-E301A411F6AB}" destId="{DFE0E691-F282-4AC4-8290-51AB825EEEF1}" srcOrd="1" destOrd="0" presId="urn:microsoft.com/office/officeart/2005/8/layout/hierarchy2"/>
    <dgm:cxn modelId="{0643E685-BD2A-431A-9947-42F986DEBBAF}" type="presOf" srcId="{B6296370-2672-484A-9EF6-BAD49D17CD26}" destId="{2FB7D6D2-5E99-4B69-B3C8-2E485BA925FF}" srcOrd="0" destOrd="0" presId="urn:microsoft.com/office/officeart/2005/8/layout/hierarchy2"/>
    <dgm:cxn modelId="{DB191E94-62ED-474C-956C-E4CF7377FF31}" type="presOf" srcId="{FEABC8D6-97C0-4259-91A0-220760D38C21}" destId="{B452403C-3FE0-4DED-97FD-99B3D958896D}" srcOrd="0" destOrd="0" presId="urn:microsoft.com/office/officeart/2005/8/layout/hierarchy2"/>
    <dgm:cxn modelId="{CBF13E97-9A23-4DBA-ADF8-D63341B7F011}" type="presOf" srcId="{1DEACC26-FC89-4BAF-889D-93ABFFA78C8F}" destId="{9C3D7661-19C8-46A5-B71F-ED8B234A3C1D}" srcOrd="1" destOrd="0" presId="urn:microsoft.com/office/officeart/2005/8/layout/hierarchy2"/>
    <dgm:cxn modelId="{B8328599-C6FE-45F7-AB14-16834A1ECB01}" srcId="{BB9D659D-59B5-42F6-A77A-889650454B68}" destId="{B6296370-2672-484A-9EF6-BAD49D17CD26}" srcOrd="2" destOrd="0" parTransId="{0171682F-DF9A-4B0C-B69B-60D01ADC63B5}" sibTransId="{DCB9BE50-3A61-4FC8-9838-6C3B7980F1CF}"/>
    <dgm:cxn modelId="{A45AED99-2FF4-472B-AA0C-3D1A47DF929E}" type="presOf" srcId="{51BBC5E8-676A-42CC-997D-B6BBAE1E25F1}" destId="{E0E19043-4970-474B-A300-DA02C52E90EC}" srcOrd="0" destOrd="0" presId="urn:microsoft.com/office/officeart/2005/8/layout/hierarchy2"/>
    <dgm:cxn modelId="{290322A6-6902-4FEB-811F-5C62A6D5F746}" type="presOf" srcId="{0171682F-DF9A-4B0C-B69B-60D01ADC63B5}" destId="{E4461ED8-594C-487E-BC52-F0041E5B3289}" srcOrd="1" destOrd="0" presId="urn:microsoft.com/office/officeart/2005/8/layout/hierarchy2"/>
    <dgm:cxn modelId="{2F7A72BA-DE42-4F14-8A41-3D94B2AF21F5}" type="presOf" srcId="{BB9D659D-59B5-42F6-A77A-889650454B68}" destId="{81E71772-D90F-4021-81B0-372C32CB5D99}" srcOrd="0" destOrd="0" presId="urn:microsoft.com/office/officeart/2005/8/layout/hierarchy2"/>
    <dgm:cxn modelId="{2DB8BFBA-AE04-4B02-B5F8-9463FAF96CC7}" type="presOf" srcId="{BCAF8EB1-8FD2-4B48-9452-82B9DF3B6C42}" destId="{8CF172FD-A740-46BA-801F-699FF0672C92}" srcOrd="1" destOrd="0" presId="urn:microsoft.com/office/officeart/2005/8/layout/hierarchy2"/>
    <dgm:cxn modelId="{F827C4C3-A65B-4A87-983F-D1E70D019FD3}" srcId="{591D6DCB-C75A-4ABF-BA6D-1B43AB35DF94}" destId="{DAF10EC3-CAF6-40D8-BFA9-208E754ED9EF}" srcOrd="1" destOrd="0" parTransId="{1DEACC26-FC89-4BAF-889D-93ABFFA78C8F}" sibTransId="{E525D13E-7240-4DFF-BC86-50A5D8D0ABCC}"/>
    <dgm:cxn modelId="{E67BF4C9-D613-4609-8C03-7FC5A38A04AE}" type="presOf" srcId="{591D6DCB-C75A-4ABF-BA6D-1B43AB35DF94}" destId="{C9DCFEE3-4F7D-426B-913F-B8110F6D1DC4}" srcOrd="0" destOrd="0" presId="urn:microsoft.com/office/officeart/2005/8/layout/hierarchy2"/>
    <dgm:cxn modelId="{F05EB9CA-45D3-4BAB-91FE-4755D7CB19F7}" srcId="{838FECA6-763C-46A6-9255-2BFF4B92BE99}" destId="{BB9D659D-59B5-42F6-A77A-889650454B68}" srcOrd="0" destOrd="0" parTransId="{F4F8F346-0A1D-4B6D-9E36-AA72F55EC945}" sibTransId="{3DFD352A-3A8E-48F5-A602-980F909EEEB6}"/>
    <dgm:cxn modelId="{E58AF7CA-C227-4F33-AEA8-17EB607F570B}" type="presOf" srcId="{F4F8F346-0A1D-4B6D-9E36-AA72F55EC945}" destId="{AD362E2D-1F33-4ED3-95B0-FACCD8ED8F1C}" srcOrd="0" destOrd="0" presId="urn:microsoft.com/office/officeart/2005/8/layout/hierarchy2"/>
    <dgm:cxn modelId="{D1E843CB-C643-4118-A675-EE9AB7133C90}" type="presOf" srcId="{DAF10EC3-CAF6-40D8-BFA9-208E754ED9EF}" destId="{446CD55A-4CE4-4C8C-8E37-8D010ADA4C70}" srcOrd="0" destOrd="0" presId="urn:microsoft.com/office/officeart/2005/8/layout/hierarchy2"/>
    <dgm:cxn modelId="{19F7F7DE-4C58-4341-AA8B-C3F2DE275E72}" type="presOf" srcId="{5B573BA9-4037-4810-9850-EAF287A55229}" destId="{91B5B912-724F-4BD2-B4AF-FAEA61A8A9BA}" srcOrd="0" destOrd="0" presId="urn:microsoft.com/office/officeart/2005/8/layout/hierarchy2"/>
    <dgm:cxn modelId="{94499DEB-D4E6-40F4-A85B-C6F9D34B53C7}" type="presOf" srcId="{B5DEF41F-FCB9-4504-A68E-AB0135A702EA}" destId="{A08E2EA6-B32E-4D87-80CB-2E5DC31B1810}" srcOrd="0" destOrd="0" presId="urn:microsoft.com/office/officeart/2005/8/layout/hierarchy2"/>
    <dgm:cxn modelId="{39F7C3EE-2314-4778-8910-22ED883EC302}" type="presOf" srcId="{5739F950-6093-480C-8834-A08AF5E35C3C}" destId="{85CE94EC-06C4-4F87-8106-FF0C3554D83D}" srcOrd="0" destOrd="0" presId="urn:microsoft.com/office/officeart/2005/8/layout/hierarchy2"/>
    <dgm:cxn modelId="{94F63FF0-938C-4DB9-B8EA-2BE21643BAF0}" srcId="{838FECA6-763C-46A6-9255-2BFF4B92BE99}" destId="{591D6DCB-C75A-4ABF-BA6D-1B43AB35DF94}" srcOrd="1" destOrd="0" parTransId="{13950005-97FC-4F9F-B11E-859C9788C63E}" sibTransId="{58F5EA0A-7151-4304-B2B1-03C6D5C051C8}"/>
    <dgm:cxn modelId="{5EBF7DFA-2D2F-42D2-BA74-3ADBB6F65C2C}" type="presOf" srcId="{1DEACC26-FC89-4BAF-889D-93ABFFA78C8F}" destId="{A142037D-623F-4750-B5E6-1F450199A2C6}" srcOrd="0" destOrd="0" presId="urn:microsoft.com/office/officeart/2005/8/layout/hierarchy2"/>
    <dgm:cxn modelId="{242E72FB-DF62-441B-A07A-27E1CE5BAC3F}" type="presOf" srcId="{13950005-97FC-4F9F-B11E-859C9788C63E}" destId="{6A0B9482-66C8-4079-92CA-2ACF13EAE11E}" srcOrd="1" destOrd="0" presId="urn:microsoft.com/office/officeart/2005/8/layout/hierarchy2"/>
    <dgm:cxn modelId="{1C60B91A-C864-46EC-A39D-358B197697DE}" type="presParOf" srcId="{B452403C-3FE0-4DED-97FD-99B3D958896D}" destId="{CC19555D-E51E-4058-9406-D7887A8C7E94}" srcOrd="0" destOrd="0" presId="urn:microsoft.com/office/officeart/2005/8/layout/hierarchy2"/>
    <dgm:cxn modelId="{472286C1-397B-4C02-8AC9-5E5F3836F7A5}" type="presParOf" srcId="{CC19555D-E51E-4058-9406-D7887A8C7E94}" destId="{F42CEAC1-9240-412C-8DAC-A145505DE565}" srcOrd="0" destOrd="0" presId="urn:microsoft.com/office/officeart/2005/8/layout/hierarchy2"/>
    <dgm:cxn modelId="{FC19F35E-F29C-47BE-AF9A-0D51B1E02FCF}" type="presParOf" srcId="{CC19555D-E51E-4058-9406-D7887A8C7E94}" destId="{A87DEDF0-6B62-4705-8A91-C3517D1E778D}" srcOrd="1" destOrd="0" presId="urn:microsoft.com/office/officeart/2005/8/layout/hierarchy2"/>
    <dgm:cxn modelId="{E3FDE94F-2538-42A7-B62C-444B0DDB866E}" type="presParOf" srcId="{A87DEDF0-6B62-4705-8A91-C3517D1E778D}" destId="{AD362E2D-1F33-4ED3-95B0-FACCD8ED8F1C}" srcOrd="0" destOrd="0" presId="urn:microsoft.com/office/officeart/2005/8/layout/hierarchy2"/>
    <dgm:cxn modelId="{12D5B9D3-25C9-4C58-A0B4-F1D53E77AD11}" type="presParOf" srcId="{AD362E2D-1F33-4ED3-95B0-FACCD8ED8F1C}" destId="{E1F3C4D8-80FD-4519-877F-0D14669C8626}" srcOrd="0" destOrd="0" presId="urn:microsoft.com/office/officeart/2005/8/layout/hierarchy2"/>
    <dgm:cxn modelId="{02622E56-97C7-45DE-8E7C-809F49B2239E}" type="presParOf" srcId="{A87DEDF0-6B62-4705-8A91-C3517D1E778D}" destId="{DEF40997-E3AE-4F77-90CB-7153C34889F5}" srcOrd="1" destOrd="0" presId="urn:microsoft.com/office/officeart/2005/8/layout/hierarchy2"/>
    <dgm:cxn modelId="{379DE32A-77DC-4153-A6B8-2DA7F984CFF6}" type="presParOf" srcId="{DEF40997-E3AE-4F77-90CB-7153C34889F5}" destId="{81E71772-D90F-4021-81B0-372C32CB5D99}" srcOrd="0" destOrd="0" presId="urn:microsoft.com/office/officeart/2005/8/layout/hierarchy2"/>
    <dgm:cxn modelId="{F07B201E-C61F-471E-B5BF-DA57CE491989}" type="presParOf" srcId="{DEF40997-E3AE-4F77-90CB-7153C34889F5}" destId="{84156B90-54FE-4EA6-BE8A-AB368F635B1C}" srcOrd="1" destOrd="0" presId="urn:microsoft.com/office/officeart/2005/8/layout/hierarchy2"/>
    <dgm:cxn modelId="{FD576330-A82C-4569-B6C2-A74DE3AD2515}" type="presParOf" srcId="{84156B90-54FE-4EA6-BE8A-AB368F635B1C}" destId="{A5A3926A-AFF7-4778-9CED-1D45AC0458E2}" srcOrd="0" destOrd="0" presId="urn:microsoft.com/office/officeart/2005/8/layout/hierarchy2"/>
    <dgm:cxn modelId="{70B96ADD-5A67-46D4-ADC9-471D5DA75440}" type="presParOf" srcId="{A5A3926A-AFF7-4778-9CED-1D45AC0458E2}" destId="{DFE0E691-F282-4AC4-8290-51AB825EEEF1}" srcOrd="0" destOrd="0" presId="urn:microsoft.com/office/officeart/2005/8/layout/hierarchy2"/>
    <dgm:cxn modelId="{224FFB15-7F03-4CBE-A1AB-B05587817F90}" type="presParOf" srcId="{84156B90-54FE-4EA6-BE8A-AB368F635B1C}" destId="{70E1889C-F07C-428A-8BE5-70A8F313D5D6}" srcOrd="1" destOrd="0" presId="urn:microsoft.com/office/officeart/2005/8/layout/hierarchy2"/>
    <dgm:cxn modelId="{021F84CB-B693-4DDB-8821-AC1839C242EA}" type="presParOf" srcId="{70E1889C-F07C-428A-8BE5-70A8F313D5D6}" destId="{85CE94EC-06C4-4F87-8106-FF0C3554D83D}" srcOrd="0" destOrd="0" presId="urn:microsoft.com/office/officeart/2005/8/layout/hierarchy2"/>
    <dgm:cxn modelId="{4C92E73B-1826-4F37-B999-9F04ECA148F0}" type="presParOf" srcId="{70E1889C-F07C-428A-8BE5-70A8F313D5D6}" destId="{FB01648F-D071-4620-ACCE-584358199ABD}" srcOrd="1" destOrd="0" presId="urn:microsoft.com/office/officeart/2005/8/layout/hierarchy2"/>
    <dgm:cxn modelId="{D29032FC-FEBA-4604-BC7E-8D19F4E820E6}" type="presParOf" srcId="{84156B90-54FE-4EA6-BE8A-AB368F635B1C}" destId="{56AEFE49-72B1-4789-8A2B-986231583BF7}" srcOrd="2" destOrd="0" presId="urn:microsoft.com/office/officeart/2005/8/layout/hierarchy2"/>
    <dgm:cxn modelId="{684E473E-123F-43F8-93C4-3663EBBBEB87}" type="presParOf" srcId="{56AEFE49-72B1-4789-8A2B-986231583BF7}" destId="{8CF172FD-A740-46BA-801F-699FF0672C92}" srcOrd="0" destOrd="0" presId="urn:microsoft.com/office/officeart/2005/8/layout/hierarchy2"/>
    <dgm:cxn modelId="{95F42DE6-2688-4EDD-8C29-81F758395302}" type="presParOf" srcId="{84156B90-54FE-4EA6-BE8A-AB368F635B1C}" destId="{DFEE0AD3-001D-44D0-BC26-E60DBE26E857}" srcOrd="3" destOrd="0" presId="urn:microsoft.com/office/officeart/2005/8/layout/hierarchy2"/>
    <dgm:cxn modelId="{75DF3BAA-1EA1-4886-9EC8-74498717E7B8}" type="presParOf" srcId="{DFEE0AD3-001D-44D0-BC26-E60DBE26E857}" destId="{91B5B912-724F-4BD2-B4AF-FAEA61A8A9BA}" srcOrd="0" destOrd="0" presId="urn:microsoft.com/office/officeart/2005/8/layout/hierarchy2"/>
    <dgm:cxn modelId="{2CFEF8E7-4F3D-4F5E-9455-C01BF61C9DB8}" type="presParOf" srcId="{DFEE0AD3-001D-44D0-BC26-E60DBE26E857}" destId="{9093B7C7-3D01-4D23-A157-8BEBC8137BC4}" srcOrd="1" destOrd="0" presId="urn:microsoft.com/office/officeart/2005/8/layout/hierarchy2"/>
    <dgm:cxn modelId="{14545EBD-82BD-4CDD-B104-C8688774F4DC}" type="presParOf" srcId="{84156B90-54FE-4EA6-BE8A-AB368F635B1C}" destId="{1A17396E-79AC-4018-A33A-F7604A1509C0}" srcOrd="4" destOrd="0" presId="urn:microsoft.com/office/officeart/2005/8/layout/hierarchy2"/>
    <dgm:cxn modelId="{85C29BEA-D9E5-4A3A-A2DE-73FA6BC8FC81}" type="presParOf" srcId="{1A17396E-79AC-4018-A33A-F7604A1509C0}" destId="{E4461ED8-594C-487E-BC52-F0041E5B3289}" srcOrd="0" destOrd="0" presId="urn:microsoft.com/office/officeart/2005/8/layout/hierarchy2"/>
    <dgm:cxn modelId="{E5FA9831-3686-4BED-9C0C-4841F89C61F3}" type="presParOf" srcId="{84156B90-54FE-4EA6-BE8A-AB368F635B1C}" destId="{05A794C5-BD2E-429F-A2D7-4B83E5D0C9C1}" srcOrd="5" destOrd="0" presId="urn:microsoft.com/office/officeart/2005/8/layout/hierarchy2"/>
    <dgm:cxn modelId="{9AEED9F6-D17C-4C3E-B7C2-EE201E551DE9}" type="presParOf" srcId="{05A794C5-BD2E-429F-A2D7-4B83E5D0C9C1}" destId="{2FB7D6D2-5E99-4B69-B3C8-2E485BA925FF}" srcOrd="0" destOrd="0" presId="urn:microsoft.com/office/officeart/2005/8/layout/hierarchy2"/>
    <dgm:cxn modelId="{1CA1BB51-A1DD-4580-9E96-AF60BDBE9137}" type="presParOf" srcId="{05A794C5-BD2E-429F-A2D7-4B83E5D0C9C1}" destId="{FBBB9259-804C-45A1-A36C-8C0492E1EFC0}" srcOrd="1" destOrd="0" presId="urn:microsoft.com/office/officeart/2005/8/layout/hierarchy2"/>
    <dgm:cxn modelId="{C5E73C4A-776C-4BC3-8001-27520FEC7CAA}" type="presParOf" srcId="{A87DEDF0-6B62-4705-8A91-C3517D1E778D}" destId="{6C8F680A-7D76-4F99-8EDA-522038D2655A}" srcOrd="2" destOrd="0" presId="urn:microsoft.com/office/officeart/2005/8/layout/hierarchy2"/>
    <dgm:cxn modelId="{2DFDFFF6-41BD-42B1-9E27-9CE1815E0DE0}" type="presParOf" srcId="{6C8F680A-7D76-4F99-8EDA-522038D2655A}" destId="{6A0B9482-66C8-4079-92CA-2ACF13EAE11E}" srcOrd="0" destOrd="0" presId="urn:microsoft.com/office/officeart/2005/8/layout/hierarchy2"/>
    <dgm:cxn modelId="{0A41848B-CA9A-41F9-A838-A89505C1AE17}" type="presParOf" srcId="{A87DEDF0-6B62-4705-8A91-C3517D1E778D}" destId="{E250AFD9-17D7-4C82-9A4D-2F3E2CCDF656}" srcOrd="3" destOrd="0" presId="urn:microsoft.com/office/officeart/2005/8/layout/hierarchy2"/>
    <dgm:cxn modelId="{B0489698-71DA-4D34-A37A-9A28C1644D88}" type="presParOf" srcId="{E250AFD9-17D7-4C82-9A4D-2F3E2CCDF656}" destId="{C9DCFEE3-4F7D-426B-913F-B8110F6D1DC4}" srcOrd="0" destOrd="0" presId="urn:microsoft.com/office/officeart/2005/8/layout/hierarchy2"/>
    <dgm:cxn modelId="{3D15AD0E-D956-4896-B8F4-B8DBC418058A}" type="presParOf" srcId="{E250AFD9-17D7-4C82-9A4D-2F3E2CCDF656}" destId="{C500EA07-0EA9-4BD1-89AB-EE612704EB6D}" srcOrd="1" destOrd="0" presId="urn:microsoft.com/office/officeart/2005/8/layout/hierarchy2"/>
    <dgm:cxn modelId="{61FB4CCD-7C46-44EA-9008-5B66144661B8}" type="presParOf" srcId="{C500EA07-0EA9-4BD1-89AB-EE612704EB6D}" destId="{A08E2EA6-B32E-4D87-80CB-2E5DC31B1810}" srcOrd="0" destOrd="0" presId="urn:microsoft.com/office/officeart/2005/8/layout/hierarchy2"/>
    <dgm:cxn modelId="{E5D8C67B-66F5-4AEB-B9EC-729F0EC9090C}" type="presParOf" srcId="{A08E2EA6-B32E-4D87-80CB-2E5DC31B1810}" destId="{756F8250-E4C8-4099-BFAC-F8E470263F34}" srcOrd="0" destOrd="0" presId="urn:microsoft.com/office/officeart/2005/8/layout/hierarchy2"/>
    <dgm:cxn modelId="{F52B2A62-4A13-4000-BBD3-7262BE0AE8CD}" type="presParOf" srcId="{C500EA07-0EA9-4BD1-89AB-EE612704EB6D}" destId="{071CDFE7-B304-428F-A271-D4879AEC590B}" srcOrd="1" destOrd="0" presId="urn:microsoft.com/office/officeart/2005/8/layout/hierarchy2"/>
    <dgm:cxn modelId="{FFB17641-94F7-42C8-9897-EC3B8A6D53C2}" type="presParOf" srcId="{071CDFE7-B304-428F-A271-D4879AEC590B}" destId="{E0E19043-4970-474B-A300-DA02C52E90EC}" srcOrd="0" destOrd="0" presId="urn:microsoft.com/office/officeart/2005/8/layout/hierarchy2"/>
    <dgm:cxn modelId="{93C27BC2-BFCF-4474-A18E-D4943F335E95}" type="presParOf" srcId="{071CDFE7-B304-428F-A271-D4879AEC590B}" destId="{00A607B7-5993-4124-AB7C-17A4623EA7B6}" srcOrd="1" destOrd="0" presId="urn:microsoft.com/office/officeart/2005/8/layout/hierarchy2"/>
    <dgm:cxn modelId="{19979C4E-39A4-4D6C-B0C3-F60EBBBB1262}" type="presParOf" srcId="{C500EA07-0EA9-4BD1-89AB-EE612704EB6D}" destId="{A142037D-623F-4750-B5E6-1F450199A2C6}" srcOrd="2" destOrd="0" presId="urn:microsoft.com/office/officeart/2005/8/layout/hierarchy2"/>
    <dgm:cxn modelId="{0F91C749-A0B9-4775-9911-DC39A9ED2403}" type="presParOf" srcId="{A142037D-623F-4750-B5E6-1F450199A2C6}" destId="{9C3D7661-19C8-46A5-B71F-ED8B234A3C1D}" srcOrd="0" destOrd="0" presId="urn:microsoft.com/office/officeart/2005/8/layout/hierarchy2"/>
    <dgm:cxn modelId="{ECC242BA-8EC3-45DC-93A2-79A091D186C5}" type="presParOf" srcId="{C500EA07-0EA9-4BD1-89AB-EE612704EB6D}" destId="{78448830-7A9A-41B4-9C84-A1C86E0A33F3}" srcOrd="3" destOrd="0" presId="urn:microsoft.com/office/officeart/2005/8/layout/hierarchy2"/>
    <dgm:cxn modelId="{FFB75B56-5C57-43DD-B7D6-E3684EE0BCDF}" type="presParOf" srcId="{78448830-7A9A-41B4-9C84-A1C86E0A33F3}" destId="{446CD55A-4CE4-4C8C-8E37-8D010ADA4C70}" srcOrd="0" destOrd="0" presId="urn:microsoft.com/office/officeart/2005/8/layout/hierarchy2"/>
    <dgm:cxn modelId="{B85B7CE7-6218-4E71-86C9-C269ABE2E4D4}" type="presParOf" srcId="{78448830-7A9A-41B4-9C84-A1C86E0A33F3}" destId="{60D7B7AB-B997-420E-B9BF-1A39EAD4B75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F4666-B87B-497E-814A-7802E5E7B377}">
      <dsp:nvSpPr>
        <dsp:cNvPr id="0" name=""/>
        <dsp:cNvSpPr/>
      </dsp:nvSpPr>
      <dsp:spPr>
        <a:xfrm rot="5400000">
          <a:off x="-175899" y="176036"/>
          <a:ext cx="1172666" cy="82086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/>
            <a:t>Modelos Conceptuales</a:t>
          </a:r>
          <a:endParaRPr lang="es-ES" sz="1000" kern="1200" dirty="0"/>
        </a:p>
      </dsp:txBody>
      <dsp:txXfrm rot="-5400000">
        <a:off x="1" y="410569"/>
        <a:ext cx="820866" cy="351800"/>
      </dsp:txXfrm>
    </dsp:sp>
    <dsp:sp modelId="{A605B6B9-BD62-4584-A23A-B352FDD3DFD8}">
      <dsp:nvSpPr>
        <dsp:cNvPr id="0" name=""/>
        <dsp:cNvSpPr/>
      </dsp:nvSpPr>
      <dsp:spPr>
        <a:xfrm rot="5400000">
          <a:off x="2665002" y="-1843999"/>
          <a:ext cx="762232" cy="4450504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/>
            <a:t>Orientados a la descripción de estructuras de datos y restricciones de integridad.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i="1" kern="1200" dirty="0"/>
            <a:t>Ej. Modelo entidad-</a:t>
          </a:r>
          <a:r>
            <a:rPr lang="es-ES" sz="1100" i="1" kern="1200" dirty="0" err="1"/>
            <a:t>relacion</a:t>
          </a:r>
          <a:endParaRPr lang="es-ES" sz="1100" i="1" kern="1200" dirty="0"/>
        </a:p>
      </dsp:txBody>
      <dsp:txXfrm rot="-5400000">
        <a:off x="820867" y="37345"/>
        <a:ext cx="4413295" cy="687814"/>
      </dsp:txXfrm>
    </dsp:sp>
    <dsp:sp modelId="{0EE4D7D1-3A6B-44DC-B8F4-2E4950F5F86A}">
      <dsp:nvSpPr>
        <dsp:cNvPr id="0" name=""/>
        <dsp:cNvSpPr/>
      </dsp:nvSpPr>
      <dsp:spPr>
        <a:xfrm rot="5400000">
          <a:off x="-175899" y="1147037"/>
          <a:ext cx="1172666" cy="82086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Modelo de Datos Lógicos</a:t>
          </a:r>
        </a:p>
      </dsp:txBody>
      <dsp:txXfrm rot="-5400000">
        <a:off x="1" y="1381570"/>
        <a:ext cx="820866" cy="351800"/>
      </dsp:txXfrm>
    </dsp:sp>
    <dsp:sp modelId="{1DEB1C47-C0C7-40BA-9563-64E13E088537}">
      <dsp:nvSpPr>
        <dsp:cNvPr id="0" name=""/>
        <dsp:cNvSpPr/>
      </dsp:nvSpPr>
      <dsp:spPr>
        <a:xfrm rot="5400000">
          <a:off x="2665002" y="-872997"/>
          <a:ext cx="762232" cy="4450504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/>
            <a:t>Orientados a las operaciones mas que a la descripción de una realidad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/>
            <a:t>Implementados en </a:t>
          </a:r>
          <a:r>
            <a:rPr lang="es-ES" sz="1100" kern="1200" dirty="0" err="1"/>
            <a:t>algun</a:t>
          </a:r>
          <a:r>
            <a:rPr lang="es-ES" sz="1100" kern="1200" dirty="0"/>
            <a:t> SGBD.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i="1" kern="1200" dirty="0"/>
            <a:t>Ej. Modelo Relacional</a:t>
          </a:r>
        </a:p>
      </dsp:txBody>
      <dsp:txXfrm rot="-5400000">
        <a:off x="820867" y="1008347"/>
        <a:ext cx="4413295" cy="687814"/>
      </dsp:txXfrm>
    </dsp:sp>
    <dsp:sp modelId="{2D446CD1-2111-4637-B35D-0D2678552528}">
      <dsp:nvSpPr>
        <dsp:cNvPr id="0" name=""/>
        <dsp:cNvSpPr/>
      </dsp:nvSpPr>
      <dsp:spPr>
        <a:xfrm rot="5400000">
          <a:off x="-175899" y="2118039"/>
          <a:ext cx="1172666" cy="82086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Modelo de Datos Físicos</a:t>
          </a:r>
        </a:p>
      </dsp:txBody>
      <dsp:txXfrm rot="-5400000">
        <a:off x="1" y="2352572"/>
        <a:ext cx="820866" cy="351800"/>
      </dsp:txXfrm>
    </dsp:sp>
    <dsp:sp modelId="{301C0BDA-65FD-4EFA-8B5B-0AF8A41439F3}">
      <dsp:nvSpPr>
        <dsp:cNvPr id="0" name=""/>
        <dsp:cNvSpPr/>
      </dsp:nvSpPr>
      <dsp:spPr>
        <a:xfrm rot="5400000">
          <a:off x="2665002" y="98003"/>
          <a:ext cx="762232" cy="4450504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/>
            <a:t>Estructuras de datos de bajo nivel implementadas dentro del propio SGBD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/>
            <a:t>Ej. Registros, arboles B+, Estructuras HASH, etc.</a:t>
          </a:r>
        </a:p>
      </dsp:txBody>
      <dsp:txXfrm rot="-5400000">
        <a:off x="820867" y="1979348"/>
        <a:ext cx="4413295" cy="6878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2CEAC1-9240-412C-8DAC-A145505DE565}">
      <dsp:nvSpPr>
        <dsp:cNvPr id="0" name=""/>
        <dsp:cNvSpPr/>
      </dsp:nvSpPr>
      <dsp:spPr>
        <a:xfrm>
          <a:off x="285570" y="1858712"/>
          <a:ext cx="1616002" cy="8080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300" kern="1200" dirty="0"/>
            <a:t>ATRIBUTOS</a:t>
          </a:r>
        </a:p>
      </dsp:txBody>
      <dsp:txXfrm>
        <a:off x="309236" y="1882378"/>
        <a:ext cx="1568670" cy="760669"/>
      </dsp:txXfrm>
    </dsp:sp>
    <dsp:sp modelId="{AD362E2D-1F33-4ED3-95B0-FACCD8ED8F1C}">
      <dsp:nvSpPr>
        <dsp:cNvPr id="0" name=""/>
        <dsp:cNvSpPr/>
      </dsp:nvSpPr>
      <dsp:spPr>
        <a:xfrm rot="17692822">
          <a:off x="1456574" y="1547904"/>
          <a:ext cx="1536397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536397" y="1790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2186363" y="1527401"/>
        <a:ext cx="76819" cy="76819"/>
      </dsp:txXfrm>
    </dsp:sp>
    <dsp:sp modelId="{81E71772-D90F-4021-81B0-372C32CB5D99}">
      <dsp:nvSpPr>
        <dsp:cNvPr id="0" name=""/>
        <dsp:cNvSpPr/>
      </dsp:nvSpPr>
      <dsp:spPr>
        <a:xfrm>
          <a:off x="2547973" y="464910"/>
          <a:ext cx="1616002" cy="80800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300" kern="1200" dirty="0"/>
            <a:t>ESTRUCTURA</a:t>
          </a:r>
        </a:p>
      </dsp:txBody>
      <dsp:txXfrm>
        <a:off x="2571639" y="488576"/>
        <a:ext cx="1568670" cy="760669"/>
      </dsp:txXfrm>
    </dsp:sp>
    <dsp:sp modelId="{A5A3926A-AFF7-4778-9CED-1D45AC0458E2}">
      <dsp:nvSpPr>
        <dsp:cNvPr id="0" name=""/>
        <dsp:cNvSpPr/>
      </dsp:nvSpPr>
      <dsp:spPr>
        <a:xfrm rot="19457599">
          <a:off x="4089153" y="618702"/>
          <a:ext cx="796045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96045" y="1790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4467275" y="616709"/>
        <a:ext cx="39802" cy="39802"/>
      </dsp:txXfrm>
    </dsp:sp>
    <dsp:sp modelId="{85CE94EC-06C4-4F87-8106-FF0C3554D83D}">
      <dsp:nvSpPr>
        <dsp:cNvPr id="0" name=""/>
        <dsp:cNvSpPr/>
      </dsp:nvSpPr>
      <dsp:spPr>
        <a:xfrm>
          <a:off x="4810376" y="309"/>
          <a:ext cx="1616002" cy="80800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300" kern="1200" dirty="0"/>
            <a:t>SIMPLES</a:t>
          </a:r>
        </a:p>
      </dsp:txBody>
      <dsp:txXfrm>
        <a:off x="4834042" y="23975"/>
        <a:ext cx="1568670" cy="760669"/>
      </dsp:txXfrm>
    </dsp:sp>
    <dsp:sp modelId="{56AEFE49-72B1-4789-8A2B-986231583BF7}">
      <dsp:nvSpPr>
        <dsp:cNvPr id="0" name=""/>
        <dsp:cNvSpPr/>
      </dsp:nvSpPr>
      <dsp:spPr>
        <a:xfrm rot="2142401">
          <a:off x="4089153" y="1083303"/>
          <a:ext cx="796045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96045" y="1790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4467275" y="1081310"/>
        <a:ext cx="39802" cy="39802"/>
      </dsp:txXfrm>
    </dsp:sp>
    <dsp:sp modelId="{91B5B912-724F-4BD2-B4AF-FAEA61A8A9BA}">
      <dsp:nvSpPr>
        <dsp:cNvPr id="0" name=""/>
        <dsp:cNvSpPr/>
      </dsp:nvSpPr>
      <dsp:spPr>
        <a:xfrm>
          <a:off x="4810376" y="929511"/>
          <a:ext cx="1616002" cy="80800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300" kern="1200"/>
            <a:t>COMPUESTOS</a:t>
          </a:r>
          <a:endParaRPr lang="es-AR" sz="1300" kern="1200" dirty="0"/>
        </a:p>
      </dsp:txBody>
      <dsp:txXfrm>
        <a:off x="4834042" y="953177"/>
        <a:ext cx="1568670" cy="760669"/>
      </dsp:txXfrm>
    </dsp:sp>
    <dsp:sp modelId="{6C8F680A-7D76-4F99-8EDA-522038D2655A}">
      <dsp:nvSpPr>
        <dsp:cNvPr id="0" name=""/>
        <dsp:cNvSpPr/>
      </dsp:nvSpPr>
      <dsp:spPr>
        <a:xfrm rot="2142401">
          <a:off x="1826750" y="2477105"/>
          <a:ext cx="796045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96045" y="1790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2204872" y="2475111"/>
        <a:ext cx="39802" cy="39802"/>
      </dsp:txXfrm>
    </dsp:sp>
    <dsp:sp modelId="{C9DCFEE3-4F7D-426B-913F-B8110F6D1DC4}">
      <dsp:nvSpPr>
        <dsp:cNvPr id="0" name=""/>
        <dsp:cNvSpPr/>
      </dsp:nvSpPr>
      <dsp:spPr>
        <a:xfrm>
          <a:off x="2547973" y="2323312"/>
          <a:ext cx="1616002" cy="80800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300" kern="1200" dirty="0"/>
            <a:t>VALORES</a:t>
          </a:r>
        </a:p>
      </dsp:txBody>
      <dsp:txXfrm>
        <a:off x="2571639" y="2346978"/>
        <a:ext cx="1568670" cy="760669"/>
      </dsp:txXfrm>
    </dsp:sp>
    <dsp:sp modelId="{A08E2EA6-B32E-4D87-80CB-2E5DC31B1810}">
      <dsp:nvSpPr>
        <dsp:cNvPr id="0" name=""/>
        <dsp:cNvSpPr/>
      </dsp:nvSpPr>
      <dsp:spPr>
        <a:xfrm rot="19457599">
          <a:off x="4089153" y="2477105"/>
          <a:ext cx="796045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96045" y="1790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4467275" y="2475111"/>
        <a:ext cx="39802" cy="39802"/>
      </dsp:txXfrm>
    </dsp:sp>
    <dsp:sp modelId="{E0E19043-4970-474B-A300-DA02C52E90EC}">
      <dsp:nvSpPr>
        <dsp:cNvPr id="0" name=""/>
        <dsp:cNvSpPr/>
      </dsp:nvSpPr>
      <dsp:spPr>
        <a:xfrm>
          <a:off x="4810376" y="1858712"/>
          <a:ext cx="1616002" cy="80800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300" kern="1200" dirty="0"/>
            <a:t>MONOVALORADOS</a:t>
          </a:r>
        </a:p>
      </dsp:txBody>
      <dsp:txXfrm>
        <a:off x="4834042" y="1882378"/>
        <a:ext cx="1568670" cy="760669"/>
      </dsp:txXfrm>
    </dsp:sp>
    <dsp:sp modelId="{A142037D-623F-4750-B5E6-1F450199A2C6}">
      <dsp:nvSpPr>
        <dsp:cNvPr id="0" name=""/>
        <dsp:cNvSpPr/>
      </dsp:nvSpPr>
      <dsp:spPr>
        <a:xfrm rot="2142401">
          <a:off x="4089153" y="2941706"/>
          <a:ext cx="796045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96045" y="1790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4467275" y="2939712"/>
        <a:ext cx="39802" cy="39802"/>
      </dsp:txXfrm>
    </dsp:sp>
    <dsp:sp modelId="{446CD55A-4CE4-4C8C-8E37-8D010ADA4C70}">
      <dsp:nvSpPr>
        <dsp:cNvPr id="0" name=""/>
        <dsp:cNvSpPr/>
      </dsp:nvSpPr>
      <dsp:spPr>
        <a:xfrm>
          <a:off x="4810376" y="2787913"/>
          <a:ext cx="1616002" cy="80800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300" kern="1200" dirty="0"/>
            <a:t>MULTIVALORADOS</a:t>
          </a:r>
        </a:p>
      </dsp:txBody>
      <dsp:txXfrm>
        <a:off x="4834042" y="2811579"/>
        <a:ext cx="1568670" cy="760669"/>
      </dsp:txXfrm>
    </dsp:sp>
    <dsp:sp modelId="{D6308BB6-BC3C-4165-90ED-089F00A36357}">
      <dsp:nvSpPr>
        <dsp:cNvPr id="0" name=""/>
        <dsp:cNvSpPr/>
      </dsp:nvSpPr>
      <dsp:spPr>
        <a:xfrm rot="3907178">
          <a:off x="1456574" y="2941706"/>
          <a:ext cx="1536397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536397" y="1790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2186363" y="2921203"/>
        <a:ext cx="76819" cy="76819"/>
      </dsp:txXfrm>
    </dsp:sp>
    <dsp:sp modelId="{9CCAECA1-C023-454F-B3B6-F6990C8EAE47}">
      <dsp:nvSpPr>
        <dsp:cNvPr id="0" name=""/>
        <dsp:cNvSpPr/>
      </dsp:nvSpPr>
      <dsp:spPr>
        <a:xfrm>
          <a:off x="2547973" y="3252514"/>
          <a:ext cx="1616002" cy="80800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300" kern="1200" dirty="0"/>
            <a:t>DERIVADOS</a:t>
          </a:r>
        </a:p>
      </dsp:txBody>
      <dsp:txXfrm>
        <a:off x="2571639" y="3276180"/>
        <a:ext cx="1568670" cy="7606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2CEAC1-9240-412C-8DAC-A145505DE565}">
      <dsp:nvSpPr>
        <dsp:cNvPr id="0" name=""/>
        <dsp:cNvSpPr/>
      </dsp:nvSpPr>
      <dsp:spPr>
        <a:xfrm>
          <a:off x="497300" y="1876408"/>
          <a:ext cx="1449444" cy="72472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RESTRICCIONES</a:t>
          </a:r>
        </a:p>
      </dsp:txBody>
      <dsp:txXfrm>
        <a:off x="518526" y="1897634"/>
        <a:ext cx="1406992" cy="682270"/>
      </dsp:txXfrm>
    </dsp:sp>
    <dsp:sp modelId="{AD362E2D-1F33-4ED3-95B0-FACCD8ED8F1C}">
      <dsp:nvSpPr>
        <dsp:cNvPr id="0" name=""/>
        <dsp:cNvSpPr/>
      </dsp:nvSpPr>
      <dsp:spPr>
        <a:xfrm rot="17945813">
          <a:off x="1640507" y="1701813"/>
          <a:ext cx="119225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92252" y="1606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2206827" y="1688069"/>
        <a:ext cx="59612" cy="59612"/>
      </dsp:txXfrm>
    </dsp:sp>
    <dsp:sp modelId="{81E71772-D90F-4021-81B0-372C32CB5D99}">
      <dsp:nvSpPr>
        <dsp:cNvPr id="0" name=""/>
        <dsp:cNvSpPr/>
      </dsp:nvSpPr>
      <dsp:spPr>
        <a:xfrm>
          <a:off x="2526522" y="834620"/>
          <a:ext cx="1449444" cy="7247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CARDINALIDAD</a:t>
          </a:r>
        </a:p>
      </dsp:txBody>
      <dsp:txXfrm>
        <a:off x="2547748" y="855846"/>
        <a:ext cx="1406992" cy="682270"/>
      </dsp:txXfrm>
    </dsp:sp>
    <dsp:sp modelId="{A5A3926A-AFF7-4778-9CED-1D45AC0458E2}">
      <dsp:nvSpPr>
        <dsp:cNvPr id="0" name=""/>
        <dsp:cNvSpPr/>
      </dsp:nvSpPr>
      <dsp:spPr>
        <a:xfrm rot="18289469">
          <a:off x="3758227" y="764204"/>
          <a:ext cx="101525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5258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4240475" y="754884"/>
        <a:ext cx="50762" cy="50762"/>
      </dsp:txXfrm>
    </dsp:sp>
    <dsp:sp modelId="{85CE94EC-06C4-4F87-8106-FF0C3554D83D}">
      <dsp:nvSpPr>
        <dsp:cNvPr id="0" name=""/>
        <dsp:cNvSpPr/>
      </dsp:nvSpPr>
      <dsp:spPr>
        <a:xfrm>
          <a:off x="4555745" y="1189"/>
          <a:ext cx="1658904" cy="72472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UNO A UNO (1:1)</a:t>
          </a:r>
        </a:p>
      </dsp:txBody>
      <dsp:txXfrm>
        <a:off x="4576971" y="22415"/>
        <a:ext cx="1616452" cy="682270"/>
      </dsp:txXfrm>
    </dsp:sp>
    <dsp:sp modelId="{56AEFE49-72B1-4789-8A2B-986231583BF7}">
      <dsp:nvSpPr>
        <dsp:cNvPr id="0" name=""/>
        <dsp:cNvSpPr/>
      </dsp:nvSpPr>
      <dsp:spPr>
        <a:xfrm>
          <a:off x="3975967" y="1180919"/>
          <a:ext cx="57977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79777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4251362" y="1182487"/>
        <a:ext cx="28988" cy="28988"/>
      </dsp:txXfrm>
    </dsp:sp>
    <dsp:sp modelId="{91B5B912-724F-4BD2-B4AF-FAEA61A8A9BA}">
      <dsp:nvSpPr>
        <dsp:cNvPr id="0" name=""/>
        <dsp:cNvSpPr/>
      </dsp:nvSpPr>
      <dsp:spPr>
        <a:xfrm>
          <a:off x="4555745" y="834620"/>
          <a:ext cx="1658904" cy="72472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UNO A MUCHOS (1:N)</a:t>
          </a:r>
        </a:p>
      </dsp:txBody>
      <dsp:txXfrm>
        <a:off x="4576971" y="855846"/>
        <a:ext cx="1616452" cy="682270"/>
      </dsp:txXfrm>
    </dsp:sp>
    <dsp:sp modelId="{1A17396E-79AC-4018-A33A-F7604A1509C0}">
      <dsp:nvSpPr>
        <dsp:cNvPr id="0" name=""/>
        <dsp:cNvSpPr/>
      </dsp:nvSpPr>
      <dsp:spPr>
        <a:xfrm rot="3310531">
          <a:off x="3758227" y="1597635"/>
          <a:ext cx="101525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5258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4240475" y="1588315"/>
        <a:ext cx="50762" cy="50762"/>
      </dsp:txXfrm>
    </dsp:sp>
    <dsp:sp modelId="{2FB7D6D2-5E99-4B69-B3C8-2E485BA925FF}">
      <dsp:nvSpPr>
        <dsp:cNvPr id="0" name=""/>
        <dsp:cNvSpPr/>
      </dsp:nvSpPr>
      <dsp:spPr>
        <a:xfrm>
          <a:off x="4555745" y="1668051"/>
          <a:ext cx="1658904" cy="72472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MUCHOS A MUCHOS (M:N)</a:t>
          </a:r>
        </a:p>
      </dsp:txBody>
      <dsp:txXfrm>
        <a:off x="4576971" y="1689277"/>
        <a:ext cx="1616452" cy="682270"/>
      </dsp:txXfrm>
    </dsp:sp>
    <dsp:sp modelId="{6C8F680A-7D76-4F99-8EDA-522038D2655A}">
      <dsp:nvSpPr>
        <dsp:cNvPr id="0" name=""/>
        <dsp:cNvSpPr/>
      </dsp:nvSpPr>
      <dsp:spPr>
        <a:xfrm rot="3654187">
          <a:off x="1640507" y="2743602"/>
          <a:ext cx="119225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92252" y="1606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2206827" y="2729858"/>
        <a:ext cx="59612" cy="59612"/>
      </dsp:txXfrm>
    </dsp:sp>
    <dsp:sp modelId="{C9DCFEE3-4F7D-426B-913F-B8110F6D1DC4}">
      <dsp:nvSpPr>
        <dsp:cNvPr id="0" name=""/>
        <dsp:cNvSpPr/>
      </dsp:nvSpPr>
      <dsp:spPr>
        <a:xfrm>
          <a:off x="2526522" y="2918197"/>
          <a:ext cx="1449444" cy="7247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PARTICIPACION</a:t>
          </a:r>
        </a:p>
      </dsp:txBody>
      <dsp:txXfrm>
        <a:off x="2547748" y="2939423"/>
        <a:ext cx="1406992" cy="682270"/>
      </dsp:txXfrm>
    </dsp:sp>
    <dsp:sp modelId="{A08E2EA6-B32E-4D87-80CB-2E5DC31B1810}">
      <dsp:nvSpPr>
        <dsp:cNvPr id="0" name=""/>
        <dsp:cNvSpPr/>
      </dsp:nvSpPr>
      <dsp:spPr>
        <a:xfrm rot="19457599">
          <a:off x="3908857" y="3056138"/>
          <a:ext cx="71399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13998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4248006" y="3054351"/>
        <a:ext cx="35699" cy="35699"/>
      </dsp:txXfrm>
    </dsp:sp>
    <dsp:sp modelId="{E0E19043-4970-474B-A300-DA02C52E90EC}">
      <dsp:nvSpPr>
        <dsp:cNvPr id="0" name=""/>
        <dsp:cNvSpPr/>
      </dsp:nvSpPr>
      <dsp:spPr>
        <a:xfrm>
          <a:off x="4555745" y="2501482"/>
          <a:ext cx="1449444" cy="72472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TOTAL (</a:t>
          </a:r>
          <a:r>
            <a:rPr lang="es-AR" sz="1400" i="1" kern="1200" dirty="0" err="1"/>
            <a:t>Mandatory</a:t>
          </a:r>
          <a:r>
            <a:rPr lang="es-AR" sz="1400" kern="1200" dirty="0"/>
            <a:t>)</a:t>
          </a:r>
        </a:p>
      </dsp:txBody>
      <dsp:txXfrm>
        <a:off x="4576971" y="2522708"/>
        <a:ext cx="1406992" cy="682270"/>
      </dsp:txXfrm>
    </dsp:sp>
    <dsp:sp modelId="{A142037D-623F-4750-B5E6-1F450199A2C6}">
      <dsp:nvSpPr>
        <dsp:cNvPr id="0" name=""/>
        <dsp:cNvSpPr/>
      </dsp:nvSpPr>
      <dsp:spPr>
        <a:xfrm rot="2142401">
          <a:off x="3908857" y="3472854"/>
          <a:ext cx="71399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13998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4248006" y="3471066"/>
        <a:ext cx="35699" cy="35699"/>
      </dsp:txXfrm>
    </dsp:sp>
    <dsp:sp modelId="{446CD55A-4CE4-4C8C-8E37-8D010ADA4C70}">
      <dsp:nvSpPr>
        <dsp:cNvPr id="0" name=""/>
        <dsp:cNvSpPr/>
      </dsp:nvSpPr>
      <dsp:spPr>
        <a:xfrm>
          <a:off x="4555745" y="3334912"/>
          <a:ext cx="1449444" cy="72472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kern="1200" dirty="0"/>
            <a:t>PARCIAL (</a:t>
          </a:r>
          <a:r>
            <a:rPr lang="es-AR" sz="1400" i="1" kern="1200" dirty="0" err="1"/>
            <a:t>Optional</a:t>
          </a:r>
          <a:r>
            <a:rPr lang="es-AR" sz="1400" kern="1200" dirty="0"/>
            <a:t>)</a:t>
          </a:r>
        </a:p>
      </dsp:txBody>
      <dsp:txXfrm>
        <a:off x="4576971" y="3356138"/>
        <a:ext cx="1406992" cy="682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2DB97-1324-49FD-B3AB-EB7D1E36D080}" type="datetimeFigureOut">
              <a:rPr lang="es-AR" smtClean="0"/>
              <a:t>17/3/2025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EDB96-3D33-4F4D-AECF-EC54F0BFCBE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3965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EDB96-3D33-4F4D-AECF-EC54F0BFCBE4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92233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EDB96-3D33-4F4D-AECF-EC54F0BFCBE4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31389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83C04EC-1BB0-B300-1DD8-45B3091EBF79}"/>
              </a:ext>
            </a:extLst>
          </p:cNvPr>
          <p:cNvSpPr/>
          <p:nvPr userDrawn="1"/>
        </p:nvSpPr>
        <p:spPr>
          <a:xfrm>
            <a:off x="8449911" y="53439"/>
            <a:ext cx="694088" cy="68045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7694B84E-B012-31C5-04DC-0D112C8DFB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3F73D9E-94BF-DA63-6996-4989E345F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D6C57B-53A8-EBD5-21D2-35984D2F0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6D89B-4AFE-AD7B-0070-CA560120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522" y="6351361"/>
            <a:ext cx="7642389" cy="365125"/>
          </a:xfrm>
        </p:spPr>
        <p:txBody>
          <a:bodyPr/>
          <a:lstStyle/>
          <a:p>
            <a:fld id="{522BE127-9856-4054-BF95-BFE53DDBC6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811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72735DD-3B16-9107-4488-521099D74D20}"/>
              </a:ext>
            </a:extLst>
          </p:cNvPr>
          <p:cNvSpPr/>
          <p:nvPr userDrawn="1"/>
        </p:nvSpPr>
        <p:spPr>
          <a:xfrm>
            <a:off x="0" y="365126"/>
            <a:ext cx="8716488" cy="1325563"/>
          </a:xfrm>
          <a:prstGeom prst="roundRect">
            <a:avLst>
              <a:gd name="adj" fmla="val 4125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24E221-7D8D-4D24-D383-2F7CD99B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174A32-E6B8-6468-33C8-55EAFBFEF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pic>
        <p:nvPicPr>
          <p:cNvPr id="9" name="Imagen 8" descr="Icono&#10;&#10;Descripción generada automáticamente">
            <a:extLst>
              <a:ext uri="{FF2B5EF4-FFF2-40B4-BE49-F238E27FC236}">
                <a16:creationId xmlns:a16="http://schemas.microsoft.com/office/drawing/2014/main" id="{849FC3D4-2363-1493-739E-7730FE405F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350" y="6173994"/>
            <a:ext cx="67627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19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44C43-4F3D-8671-6082-ACF34064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C2BE0B-143D-E0C8-81A6-0B6A2A55B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4798DE-AF1A-F3EB-697B-94EF18A2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17/3/2025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A581D9-B4D1-0FC6-ED76-804110E5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E6D42E-25E5-2072-014F-457FCC82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1B7C0C9E-AD00-DDCC-EC54-8F4D99EC0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5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A6405C0-5214-E6A8-47D6-38D67A4A24AB}"/>
              </a:ext>
            </a:extLst>
          </p:cNvPr>
          <p:cNvSpPr/>
          <p:nvPr userDrawn="1"/>
        </p:nvSpPr>
        <p:spPr>
          <a:xfrm>
            <a:off x="0" y="365126"/>
            <a:ext cx="8716488" cy="1325563"/>
          </a:xfrm>
          <a:prstGeom prst="roundRect">
            <a:avLst>
              <a:gd name="adj" fmla="val 4125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latin typeface="Arial Nova" panose="020B0504020202020204" pitchFamily="34" charset="0"/>
            </a:endParaRPr>
          </a:p>
        </p:txBody>
      </p:sp>
      <p:pic>
        <p:nvPicPr>
          <p:cNvPr id="9" name="Imagen 8" descr="Icono&#10;&#10;Descripción generada automáticamente">
            <a:extLst>
              <a:ext uri="{FF2B5EF4-FFF2-40B4-BE49-F238E27FC236}">
                <a16:creationId xmlns:a16="http://schemas.microsoft.com/office/drawing/2014/main" id="{6B686260-CC66-80DA-7452-530477E355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350" y="6173994"/>
            <a:ext cx="676275" cy="6286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594E81-873A-ED93-C735-834D381E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13C620-6010-E101-8A28-5E35C77C7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023731-3F28-F74A-E514-A008088ED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ADA76B-0564-D9B2-BBD9-E5929496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17/3/2025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BC37B5-6090-0ECA-DBFA-B44881FE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FA9E11-A02D-54EB-0B1A-DE1F2365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8708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4704E23-3F7D-118A-9D26-C2A0A722A08F}"/>
              </a:ext>
            </a:extLst>
          </p:cNvPr>
          <p:cNvSpPr/>
          <p:nvPr userDrawn="1"/>
        </p:nvSpPr>
        <p:spPr>
          <a:xfrm>
            <a:off x="0" y="365126"/>
            <a:ext cx="8716488" cy="1325563"/>
          </a:xfrm>
          <a:prstGeom prst="roundRect">
            <a:avLst>
              <a:gd name="adj" fmla="val 4125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latin typeface="Arial Nova" panose="020B0504020202020204" pitchFamily="34" charset="0"/>
            </a:endParaRPr>
          </a:p>
        </p:txBody>
      </p:sp>
      <p:pic>
        <p:nvPicPr>
          <p:cNvPr id="11" name="Imagen 10" descr="Icono&#10;&#10;Descripción generada automáticamente">
            <a:extLst>
              <a:ext uri="{FF2B5EF4-FFF2-40B4-BE49-F238E27FC236}">
                <a16:creationId xmlns:a16="http://schemas.microsoft.com/office/drawing/2014/main" id="{36510483-F031-9BF3-5648-88FFFE26F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350" y="6173994"/>
            <a:ext cx="676275" cy="6286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6D54EA-50AE-9BC2-30AC-32F277B78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F996B2-8591-61B4-3028-6388AD5B2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 Nova" panose="020B05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B0A12F-D484-EE30-023D-E05B7E093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8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11CC4-A120-5A4C-A154-67ECD047B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 Nova" panose="020B05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249824-0AAD-5661-131B-33D18EDC0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8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1950E0-799C-2981-CF41-98FEBF312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17/3/2025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4DE170F-51C4-12C5-445B-EC6C5446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E585FF4-D0D5-3C9D-F2D3-1BC5A4AD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851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F1CB7C11-E2DC-4C87-E8BF-158B1293F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E3FD26A-79E6-1CE7-33D3-60A3C77E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568965-9ED1-120B-9459-3CA45E2D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17/3/2025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704F6F-8789-981E-4C27-A58A7D07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72157F0-CE71-6C93-7AD7-46C882E8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012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6266B280-68DF-34B6-1ED5-FD6A7D020E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EA855BC-B166-4639-C80C-BFF59165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664C-02C4-4D18-BBA6-B878AC2F62EE}" type="datetimeFigureOut">
              <a:rPr lang="es-AR" smtClean="0"/>
              <a:t>17/3/2025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68F156-CDE3-F6AA-9983-C0825C823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5FC38F-2E3E-8BB3-DE4A-22CB5C08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E127-9856-4054-BF95-BFE53DDBC6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8207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11E14A04-B191-A482-55B9-BFAA32780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53DF4C-5C85-C608-EDA9-FADFB87AC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3B0A8F-D22F-F5CD-2FF9-83A5BD75C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>
                <a:latin typeface="Arial Nova" panose="020B0504020202020204" pitchFamily="34" charset="0"/>
              </a:defRPr>
            </a:lvl1pPr>
            <a:lvl2pPr>
              <a:defRPr sz="2800">
                <a:latin typeface="Arial Nova" panose="020B0504020202020204" pitchFamily="34" charset="0"/>
              </a:defRPr>
            </a:lvl2pPr>
            <a:lvl3pPr>
              <a:defRPr sz="2400">
                <a:latin typeface="Arial Nova" panose="020B0504020202020204" pitchFamily="34" charset="0"/>
              </a:defRPr>
            </a:lvl3pPr>
            <a:lvl4pPr>
              <a:defRPr sz="2000">
                <a:latin typeface="Arial Nova" panose="020B0504020202020204" pitchFamily="34" charset="0"/>
              </a:defRPr>
            </a:lvl4pPr>
            <a:lvl5pPr>
              <a:defRPr sz="2000">
                <a:latin typeface="Arial Nova" panose="020B05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06C5D6-139B-CC8D-AB19-1B6DB3AA8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Arial Nova" panose="020B05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644512-3A9F-FDF8-ECD7-830D07525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17/3/2025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37EE07-5147-4F90-EA7F-89FB2EDC9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F8AE94-9EB4-7393-D79B-2EE759B9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0928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51635144-7A66-851B-6CF6-B9583B47D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E834816-5F06-14BF-3E79-C0B46E278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39E45B-BDE7-AA03-65BA-B0FFA02D6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Arial Nova" panose="020B05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2FA824-8ACF-42B9-7303-05C5FCA5C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Arial Nova" panose="020B05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19BA93-3F32-336D-A0B9-42DFCCC4B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17/3/2025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A60753-3A3E-35E7-D567-91E817304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2BC01C-0718-6E34-A5AB-775C26E0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901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D211FC79-3207-033A-8689-FF7C303104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E30248-AD78-2A08-2702-45C5C495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8823CB-602C-604D-A16C-6E1F40C9C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882FCF-27A3-C6BC-7FC8-E2343B9F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17/3/2025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7CAA22-6D6D-918D-6A21-C0AE506E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9C3CAE-31D6-B89D-745B-DFFFB224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300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24EB53E1-4473-FD2F-AEE8-A7C7BA2E64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C10135-5A51-DBD6-BFCD-C56709AA0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9CF9BA-7C62-8F9A-B4D5-6C233CF59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6A7238-82AB-6B53-1FD5-952B8863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17/3/2025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1B1659-ED7F-B169-5FB9-B166DFEE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C9001-B0FC-63ED-C3C4-072A7169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795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61158DD-CBEF-4805-BFB2-F7DBCA625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8DDC70-7CD0-F491-7066-29DFC859F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BD5B7E-78F5-1FAD-7B9D-FC63685A2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17/3/2025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57D191-252B-77E0-A256-C4CA28E78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FA2EAC-8AFF-E514-8A45-E9A5D5755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947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64D85-A189-A232-47E0-A1AF6595E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942107"/>
          </a:xfrm>
          <a:solidFill>
            <a:srgbClr val="0070C0"/>
          </a:solidFill>
        </p:spPr>
        <p:txBody>
          <a:bodyPr/>
          <a:lstStyle/>
          <a:p>
            <a:r>
              <a:rPr lang="es-AR" dirty="0">
                <a:solidFill>
                  <a:schemeClr val="bg1"/>
                </a:solidFill>
                <a:latin typeface="Arial Nova" panose="020B0604020202020204" pitchFamily="34" charset="0"/>
              </a:rPr>
              <a:t>Bases de Datos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CE6FAE-455A-9B11-B622-CE2422324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30317"/>
            <a:ext cx="6858000" cy="1992427"/>
          </a:xfrm>
        </p:spPr>
        <p:txBody>
          <a:bodyPr>
            <a:normAutofit fontScale="92500" lnSpcReduction="10000"/>
          </a:bodyPr>
          <a:lstStyle/>
          <a:p>
            <a:r>
              <a:rPr lang="es-AR" dirty="0">
                <a:solidFill>
                  <a:schemeClr val="tx1"/>
                </a:solidFill>
                <a:latin typeface="Arial Nova" panose="020B0504020202020204" pitchFamily="34" charset="0"/>
              </a:rPr>
              <a:t>Modelo Entidad </a:t>
            </a:r>
            <a:r>
              <a:rPr lang="es-AR" dirty="0" err="1">
                <a:solidFill>
                  <a:schemeClr val="tx1"/>
                </a:solidFill>
                <a:latin typeface="Arial Nova" panose="020B0504020202020204" pitchFamily="34" charset="0"/>
              </a:rPr>
              <a:t>Relacion</a:t>
            </a:r>
            <a:endParaRPr lang="es-AR" dirty="0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r>
              <a:rPr lang="es-AR" dirty="0">
                <a:solidFill>
                  <a:schemeClr val="tx1"/>
                </a:solidFill>
              </a:rPr>
              <a:t>Lic. En Sistemas de Información </a:t>
            </a:r>
            <a:endParaRPr lang="es-AR" dirty="0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AR" dirty="0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AR" dirty="0">
              <a:solidFill>
                <a:schemeClr val="tx1"/>
              </a:solidFill>
            </a:endParaRPr>
          </a:p>
          <a:p>
            <a:pPr algn="l"/>
            <a:r>
              <a:rPr lang="es-AR" dirty="0">
                <a:solidFill>
                  <a:schemeClr val="tx1"/>
                </a:solidFill>
                <a:latin typeface="Arial Nova" panose="020B0504020202020204" pitchFamily="34" charset="0"/>
              </a:rPr>
              <a:t>Lic. Patricia Neumann</a:t>
            </a:r>
          </a:p>
          <a:p>
            <a:pPr algn="l"/>
            <a:endParaRPr lang="es-AR" dirty="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354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829558"/>
            <a:ext cx="7886700" cy="528675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s-AR" sz="3600" dirty="0"/>
              <a:t>Modelo de Datos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Los </a:t>
            </a:r>
            <a:r>
              <a:rPr lang="es-AR" b="1" dirty="0"/>
              <a:t>Modelos de Datos </a:t>
            </a:r>
            <a:r>
              <a:rPr lang="es-AR" dirty="0"/>
              <a:t>son una herramienta de abstracción que representar la realidad captando su semántica.</a:t>
            </a:r>
          </a:p>
          <a:p>
            <a:r>
              <a:rPr lang="es-AR" dirty="0"/>
              <a:t>De acuerdo a su nivel de </a:t>
            </a:r>
            <a:r>
              <a:rPr lang="es-AR" dirty="0" err="1"/>
              <a:t>abstraccion</a:t>
            </a:r>
            <a:endParaRPr lang="es-AR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502F945-D934-239D-396B-BB658D3E6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36068"/>
              </p:ext>
            </p:extLst>
          </p:nvPr>
        </p:nvGraphicFramePr>
        <p:xfrm>
          <a:off x="1607993" y="3529413"/>
          <a:ext cx="5271371" cy="3114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049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8AD63-9850-F949-E9CE-4116CFA8C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2384"/>
            <a:ext cx="7886700" cy="596478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AR" sz="3600" dirty="0"/>
              <a:t>Abstracción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ECDFD9-4980-6E74-31DC-0CA7D8D9F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Nos ayuda a modelar el mundo real</a:t>
            </a:r>
          </a:p>
          <a:p>
            <a:r>
              <a:rPr lang="es-AR" dirty="0"/>
              <a:t>Nos referimos a </a:t>
            </a:r>
            <a:r>
              <a:rPr lang="es-AR" b="1" dirty="0"/>
              <a:t>concentrarnos en los esencial</a:t>
            </a:r>
            <a:r>
              <a:rPr lang="es-AR" dirty="0"/>
              <a:t>, en lo que nos importa, y dejar de lado los detalles no esenciales.</a:t>
            </a:r>
          </a:p>
        </p:txBody>
      </p:sp>
      <p:pic>
        <p:nvPicPr>
          <p:cNvPr id="4" name="4 Imagen">
            <a:extLst>
              <a:ext uri="{FF2B5EF4-FFF2-40B4-BE49-F238E27FC236}">
                <a16:creationId xmlns:a16="http://schemas.microsoft.com/office/drawing/2014/main" id="{22256C01-AA7E-AE22-7BE2-D4C6F36DF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27" y="4155391"/>
            <a:ext cx="2543175" cy="1800225"/>
          </a:xfrm>
          <a:prstGeom prst="rect">
            <a:avLst/>
          </a:prstGeom>
        </p:spPr>
      </p:pic>
      <p:sp>
        <p:nvSpPr>
          <p:cNvPr id="5" name="5 Flecha derecha">
            <a:extLst>
              <a:ext uri="{FF2B5EF4-FFF2-40B4-BE49-F238E27FC236}">
                <a16:creationId xmlns:a16="http://schemas.microsoft.com/office/drawing/2014/main" id="{AAE21C43-4644-01FC-B1DD-F7AA46C8CC24}"/>
              </a:ext>
            </a:extLst>
          </p:cNvPr>
          <p:cNvSpPr/>
          <p:nvPr/>
        </p:nvSpPr>
        <p:spPr>
          <a:xfrm>
            <a:off x="3540302" y="4305660"/>
            <a:ext cx="1717964" cy="11914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dirty="0"/>
              <a:t>ABSTRACCION</a:t>
            </a:r>
          </a:p>
        </p:txBody>
      </p:sp>
      <p:graphicFrame>
        <p:nvGraphicFramePr>
          <p:cNvPr id="6" name="7 Tabla">
            <a:extLst>
              <a:ext uri="{FF2B5EF4-FFF2-40B4-BE49-F238E27FC236}">
                <a16:creationId xmlns:a16="http://schemas.microsoft.com/office/drawing/2014/main" id="{E0588CBD-54A6-021F-BCFA-60374F0EE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218865"/>
              </p:ext>
            </p:extLst>
          </p:nvPr>
        </p:nvGraphicFramePr>
        <p:xfrm>
          <a:off x="5383625" y="4001294"/>
          <a:ext cx="2424545" cy="1686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238">
                <a:tc>
                  <a:txBody>
                    <a:bodyPr/>
                    <a:lstStyle/>
                    <a:p>
                      <a:r>
                        <a:rPr lang="es-AR" sz="1400" dirty="0"/>
                        <a:t>ENTIDAD_BUS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555">
                <a:tc>
                  <a:txBody>
                    <a:bodyPr/>
                    <a:lstStyle/>
                    <a:p>
                      <a:r>
                        <a:rPr lang="es-AR" sz="1400" dirty="0"/>
                        <a:t>NRO_PATENTE</a:t>
                      </a:r>
                      <a:br>
                        <a:rPr lang="es-AR" sz="1400" dirty="0"/>
                      </a:br>
                      <a:r>
                        <a:rPr lang="es-AR" sz="1400" dirty="0"/>
                        <a:t>COLOR</a:t>
                      </a:r>
                    </a:p>
                    <a:p>
                      <a:r>
                        <a:rPr lang="es-AR" sz="1400" dirty="0"/>
                        <a:t>MODELO</a:t>
                      </a:r>
                    </a:p>
                    <a:p>
                      <a:r>
                        <a:rPr lang="es-AR" sz="1400" dirty="0"/>
                        <a:t>NRO_LLANTAS</a:t>
                      </a:r>
                    </a:p>
                    <a:p>
                      <a:r>
                        <a:rPr lang="es-AR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09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215F9-41B0-DA3B-4FD9-5E0AADA0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8603"/>
            <a:ext cx="7886700" cy="490412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s-AR" sz="3600" dirty="0"/>
              <a:t>Ejemplo</a:t>
            </a:r>
          </a:p>
        </p:txBody>
      </p:sp>
      <p:pic>
        <p:nvPicPr>
          <p:cNvPr id="5" name="Marcador de contenido 4" descr="Usuario con relleno sólido">
            <a:extLst>
              <a:ext uri="{FF2B5EF4-FFF2-40B4-BE49-F238E27FC236}">
                <a16:creationId xmlns:a16="http://schemas.microsoft.com/office/drawing/2014/main" id="{D72E2CE8-B6FB-F3BB-340D-AA7460D8E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9113" y="2043226"/>
            <a:ext cx="1385774" cy="1385774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5ADF122-94FE-2C61-86DA-E189541BEAB0}"/>
              </a:ext>
            </a:extLst>
          </p:cNvPr>
          <p:cNvSpPr txBox="1"/>
          <p:nvPr/>
        </p:nvSpPr>
        <p:spPr>
          <a:xfrm>
            <a:off x="5187975" y="2551447"/>
            <a:ext cx="1948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Persona</a:t>
            </a:r>
          </a:p>
        </p:txBody>
      </p:sp>
      <p:pic>
        <p:nvPicPr>
          <p:cNvPr id="7" name="Marcador de contenido 4" descr="Usuario con relleno sólido">
            <a:extLst>
              <a:ext uri="{FF2B5EF4-FFF2-40B4-BE49-F238E27FC236}">
                <a16:creationId xmlns:a16="http://schemas.microsoft.com/office/drawing/2014/main" id="{E474FB12-25B5-AD48-3F40-14B84CD98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8311" y="3953211"/>
            <a:ext cx="1385774" cy="1385774"/>
          </a:xfrm>
          <a:prstGeom prst="rect">
            <a:avLst/>
          </a:prstGeom>
        </p:spPr>
      </p:pic>
      <p:pic>
        <p:nvPicPr>
          <p:cNvPr id="8" name="Marcador de contenido 4" descr="Usuario con relleno sólido">
            <a:extLst>
              <a:ext uri="{FF2B5EF4-FFF2-40B4-BE49-F238E27FC236}">
                <a16:creationId xmlns:a16="http://schemas.microsoft.com/office/drawing/2014/main" id="{86CDCCC7-30CF-2849-AE4A-5285717E9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9113" y="3953211"/>
            <a:ext cx="1385774" cy="1385774"/>
          </a:xfrm>
          <a:prstGeom prst="rect">
            <a:avLst/>
          </a:prstGeom>
        </p:spPr>
      </p:pic>
      <p:pic>
        <p:nvPicPr>
          <p:cNvPr id="9" name="Marcador de contenido 4" descr="Usuario con relleno sólido">
            <a:extLst>
              <a:ext uri="{FF2B5EF4-FFF2-40B4-BE49-F238E27FC236}">
                <a16:creationId xmlns:a16="http://schemas.microsoft.com/office/drawing/2014/main" id="{4314D124-8440-F633-020A-74CE50F10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7097" y="3953211"/>
            <a:ext cx="1385774" cy="138577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088AEF4-2079-7473-4B74-8B3DA375E853}"/>
              </a:ext>
            </a:extLst>
          </p:cNvPr>
          <p:cNvSpPr txBox="1"/>
          <p:nvPr/>
        </p:nvSpPr>
        <p:spPr>
          <a:xfrm>
            <a:off x="1460584" y="5154319"/>
            <a:ext cx="1142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Alumno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3772896-95FD-E3E5-F03B-BB8C86412A2F}"/>
              </a:ext>
            </a:extLst>
          </p:cNvPr>
          <p:cNvSpPr txBox="1"/>
          <p:nvPr/>
        </p:nvSpPr>
        <p:spPr>
          <a:xfrm>
            <a:off x="4122600" y="5135091"/>
            <a:ext cx="1142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Cliente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25416F-946A-FF0B-6288-9BA98FD9D281}"/>
              </a:ext>
            </a:extLst>
          </p:cNvPr>
          <p:cNvSpPr txBox="1"/>
          <p:nvPr/>
        </p:nvSpPr>
        <p:spPr>
          <a:xfrm>
            <a:off x="6784616" y="5154319"/>
            <a:ext cx="1142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Paciente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9844529-BEF0-DEFE-2377-F7E4ACB7602A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1909984" y="3291125"/>
            <a:ext cx="2091480" cy="662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3D2F275-DE01-DEB8-2F9C-FF8369EBC0F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572000" y="3291125"/>
            <a:ext cx="0" cy="662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4CBE75E-841C-4A04-F2FE-4F1964ADF66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142537" y="3291125"/>
            <a:ext cx="2078661" cy="662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456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60966-E3AC-D5F1-28A6-42BDDC611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29559"/>
            <a:ext cx="7886700" cy="625460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AR" sz="3600" dirty="0"/>
              <a:t>Modelo Entidad </a:t>
            </a:r>
            <a:r>
              <a:rPr lang="es-AR" sz="3600" dirty="0" err="1"/>
              <a:t>Relacion</a:t>
            </a:r>
            <a:endParaRPr lang="es-AR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D2075C-C698-E1FC-1CE5-08D0F908F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81229"/>
            <a:ext cx="7886700" cy="15638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Basado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en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una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percepcion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del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mundo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real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consistente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en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objetos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basicos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llamados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</a:rPr>
              <a:t>Entidades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, y de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</a:rPr>
              <a:t>Relaciones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entre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estos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objetos</a:t>
            </a:r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s-AR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384BB9F-B1E0-40B0-89BE-0CAEFBFD7E9B}"/>
              </a:ext>
            </a:extLst>
          </p:cNvPr>
          <p:cNvSpPr txBox="1">
            <a:spLocks/>
          </p:cNvSpPr>
          <p:nvPr/>
        </p:nvSpPr>
        <p:spPr>
          <a:xfrm>
            <a:off x="628650" y="3386643"/>
            <a:ext cx="7886700" cy="2868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/>
              <a:t>Propuesto por Peter Chen en 1976</a:t>
            </a:r>
          </a:p>
          <a:p>
            <a:r>
              <a:rPr lang="es-AR" sz="2000"/>
              <a:t>Poco Formal y de Alto nivel</a:t>
            </a:r>
          </a:p>
          <a:p>
            <a:r>
              <a:rPr lang="es-AR" sz="2000"/>
              <a:t>Intuitivo</a:t>
            </a:r>
          </a:p>
          <a:p>
            <a:r>
              <a:rPr lang="es-AR" sz="2000"/>
              <a:t>Fácilmente Refinable e Integrable</a:t>
            </a:r>
          </a:p>
          <a:p>
            <a:r>
              <a:rPr lang="es-AR" sz="2000"/>
              <a:t>Expresividad grafica: visión global de los que se modela</a:t>
            </a:r>
          </a:p>
          <a:p>
            <a:r>
              <a:rPr lang="es-AR" sz="2000"/>
              <a:t>Uno de los modelos </a:t>
            </a:r>
            <a:r>
              <a:rPr lang="es-AR" sz="2000" b="1"/>
              <a:t>Conceptuales</a:t>
            </a:r>
            <a:r>
              <a:rPr lang="es-AR" sz="2000"/>
              <a:t> mas usados </a:t>
            </a:r>
          </a:p>
          <a:p>
            <a:r>
              <a:rPr lang="es-AR" sz="2000"/>
              <a:t>Alto nivel de </a:t>
            </a:r>
            <a:r>
              <a:rPr lang="es-AR" sz="2000" b="1"/>
              <a:t>Abstracción.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3730227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BE827-DAC1-7391-9038-D2A16E1BD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44717"/>
            <a:ext cx="7886700" cy="644314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dirty="0"/>
              <a:t>Modelo ER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E673943-2EBF-9C8E-CA5C-CA69B04F8F6F}"/>
              </a:ext>
            </a:extLst>
          </p:cNvPr>
          <p:cNvSpPr/>
          <p:nvPr/>
        </p:nvSpPr>
        <p:spPr>
          <a:xfrm>
            <a:off x="179462" y="2068083"/>
            <a:ext cx="2803020" cy="3085032"/>
          </a:xfrm>
          <a:prstGeom prst="roundRect">
            <a:avLst>
              <a:gd name="adj" fmla="val 8334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AR" sz="2400" b="1" dirty="0"/>
              <a:t>Entidad</a:t>
            </a:r>
          </a:p>
          <a:p>
            <a:pPr algn="ctr"/>
            <a:r>
              <a:rPr lang="es-AR" dirty="0"/>
              <a:t>Objetos del mundo real distinguible de los demás objetos.</a:t>
            </a:r>
          </a:p>
          <a:p>
            <a:pPr algn="ctr"/>
            <a:r>
              <a:rPr lang="es-AR" dirty="0"/>
              <a:t>Son los </a:t>
            </a:r>
            <a:r>
              <a:rPr lang="es-AR" b="1" dirty="0"/>
              <a:t>Sujetos de interés</a:t>
            </a:r>
            <a:r>
              <a:rPr lang="es-AR" dirty="0"/>
              <a:t> para una organización.</a:t>
            </a:r>
          </a:p>
          <a:p>
            <a:pPr algn="ctr"/>
            <a:r>
              <a:rPr lang="es-AR" dirty="0" err="1"/>
              <a:t>Ej</a:t>
            </a:r>
            <a:r>
              <a:rPr lang="es-AR" dirty="0"/>
              <a:t>: Cliente, empleado, pedido, Sucursal, etc.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59F6570-D52D-2016-373A-FBF9554884C3}"/>
              </a:ext>
            </a:extLst>
          </p:cNvPr>
          <p:cNvSpPr/>
          <p:nvPr/>
        </p:nvSpPr>
        <p:spPr>
          <a:xfrm>
            <a:off x="3049425" y="2068083"/>
            <a:ext cx="2803020" cy="3085032"/>
          </a:xfrm>
          <a:prstGeom prst="roundRect">
            <a:avLst>
              <a:gd name="adj" fmla="val 8334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AR" sz="2400" b="1" dirty="0"/>
              <a:t>Relación</a:t>
            </a:r>
          </a:p>
          <a:p>
            <a:pPr algn="ctr"/>
            <a:r>
              <a:rPr lang="es-AR" dirty="0"/>
              <a:t>Representa una conexión, asociación entre dos entidades.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02C1212-72D0-9666-D744-17CBF48FE376}"/>
              </a:ext>
            </a:extLst>
          </p:cNvPr>
          <p:cNvSpPr/>
          <p:nvPr/>
        </p:nvSpPr>
        <p:spPr>
          <a:xfrm>
            <a:off x="5919388" y="2068083"/>
            <a:ext cx="2803020" cy="3085032"/>
          </a:xfrm>
          <a:prstGeom prst="roundRect">
            <a:avLst>
              <a:gd name="adj" fmla="val 8334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AR" sz="2400" b="1" dirty="0"/>
              <a:t>Atributos</a:t>
            </a:r>
          </a:p>
          <a:p>
            <a:pPr algn="ctr"/>
            <a:r>
              <a:rPr lang="es-AR" dirty="0"/>
              <a:t>Propiedad esencial o característica interesante (para la organización) de una entidad.</a:t>
            </a:r>
          </a:p>
        </p:txBody>
      </p:sp>
    </p:spTree>
    <p:extLst>
      <p:ext uri="{BB962C8B-B14F-4D97-AF65-F5344CB8AC3E}">
        <p14:creationId xmlns:p14="http://schemas.microsoft.com/office/powerpoint/2010/main" val="144379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so del modelo E/R al modelo relacional">
            <a:extLst>
              <a:ext uri="{FF2B5EF4-FFF2-40B4-BE49-F238E27FC236}">
                <a16:creationId xmlns:a16="http://schemas.microsoft.com/office/drawing/2014/main" id="{89A76C6B-B15B-41EB-8007-19CB01FBB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297" y="2227033"/>
            <a:ext cx="6411405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145685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EA50859-8B49-71B3-DF51-184C51C1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63571"/>
            <a:ext cx="7886700" cy="521765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sz="3600" dirty="0"/>
              <a:t>Entidades	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3AADBFF-FAC2-4C37-D223-80FA8CCBE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AR" dirty="0"/>
              <a:t>Objetos de importancia en el dominio de estudio</a:t>
            </a:r>
          </a:p>
          <a:p>
            <a:r>
              <a:rPr lang="es-AR" dirty="0"/>
              <a:t>Interesan </a:t>
            </a:r>
            <a:r>
              <a:rPr lang="es-AR" b="1" dirty="0"/>
              <a:t>algunas</a:t>
            </a:r>
            <a:r>
              <a:rPr lang="es-AR" dirty="0"/>
              <a:t> de sus propiedades </a:t>
            </a:r>
            <a:r>
              <a:rPr lang="es-AR" dirty="0">
                <a:sym typeface="Wingdings" panose="05000000000000000000" pitchFamily="2" charset="2"/>
              </a:rPr>
              <a:t> Atributos</a:t>
            </a:r>
          </a:p>
          <a:p>
            <a:r>
              <a:rPr lang="es-AR" dirty="0">
                <a:sym typeface="Wingdings" panose="05000000000000000000" pitchFamily="2" charset="2"/>
              </a:rPr>
              <a:t>A veces </a:t>
            </a:r>
            <a:r>
              <a:rPr lang="es-AR" b="1" dirty="0">
                <a:sym typeface="Wingdings" panose="05000000000000000000" pitchFamily="2" charset="2"/>
              </a:rPr>
              <a:t>No es fácil </a:t>
            </a:r>
            <a:r>
              <a:rPr lang="es-AR" dirty="0">
                <a:sym typeface="Wingdings" panose="05000000000000000000" pitchFamily="2" charset="2"/>
              </a:rPr>
              <a:t>distinguir si un elemento es un atributo o una entidad.</a:t>
            </a:r>
          </a:p>
          <a:p>
            <a:r>
              <a:rPr lang="es-AR" b="1" dirty="0">
                <a:sym typeface="Wingdings" panose="05000000000000000000" pitchFamily="2" charset="2"/>
              </a:rPr>
              <a:t>Conjunto de Entidades  </a:t>
            </a:r>
            <a:r>
              <a:rPr lang="es-AR" dirty="0">
                <a:sym typeface="Wingdings" panose="05000000000000000000" pitchFamily="2" charset="2"/>
              </a:rPr>
              <a:t>Son entidades del Mismo tipo, comparten las mismas propiedades (Atributos)</a:t>
            </a:r>
          </a:p>
          <a:p>
            <a:r>
              <a:rPr lang="es-AR" dirty="0"/>
              <a:t>Pueden Ser:</a:t>
            </a:r>
          </a:p>
          <a:p>
            <a:pPr lvl="1"/>
            <a:r>
              <a:rPr lang="es-AR" b="1" dirty="0"/>
              <a:t>Concreta:</a:t>
            </a:r>
            <a:r>
              <a:rPr lang="es-AR" dirty="0"/>
              <a:t> Persona, Cliente, Alumno</a:t>
            </a:r>
          </a:p>
          <a:p>
            <a:pPr lvl="1"/>
            <a:r>
              <a:rPr lang="es-AR" b="1" dirty="0"/>
              <a:t>Abstracta: </a:t>
            </a:r>
            <a:r>
              <a:rPr lang="es-AR" dirty="0" err="1"/>
              <a:t>Prestamo</a:t>
            </a:r>
            <a:r>
              <a:rPr lang="es-AR" dirty="0"/>
              <a:t>, Vacaciones, Concepto, Materia.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72760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B219D-21B3-2C2F-C5F7-F687276E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82425"/>
            <a:ext cx="7886700" cy="495792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sz="3600" dirty="0"/>
              <a:t>Entidades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5460C-E322-C3E8-96DD-54CEEFD40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AR" sz="1600" dirty="0"/>
              <a:t>Se representa con un rectángulo</a:t>
            </a:r>
          </a:p>
          <a:p>
            <a:pPr marL="0" indent="0">
              <a:buNone/>
            </a:pPr>
            <a:endParaRPr lang="es-AR" sz="1600" dirty="0"/>
          </a:p>
          <a:p>
            <a:pPr marL="0" indent="0">
              <a:buNone/>
            </a:pPr>
            <a:endParaRPr lang="es-AR" sz="1600" dirty="0"/>
          </a:p>
          <a:p>
            <a:pPr marL="0" indent="0">
              <a:buNone/>
            </a:pPr>
            <a:endParaRPr lang="es-AR" sz="1600" dirty="0"/>
          </a:p>
          <a:p>
            <a:pPr marL="0" indent="0">
              <a:buNone/>
            </a:pPr>
            <a:endParaRPr lang="es-AR" sz="1600" dirty="0"/>
          </a:p>
          <a:p>
            <a:pPr marL="0" indent="0">
              <a:buNone/>
            </a:pPr>
            <a:r>
              <a:rPr lang="es-AR" sz="1600" dirty="0"/>
              <a:t>Algunos ejemplos</a:t>
            </a:r>
          </a:p>
          <a:p>
            <a:pPr marL="171450" lvl="1">
              <a:spcBef>
                <a:spcPts val="1000"/>
              </a:spcBef>
              <a:defRPr/>
            </a:pPr>
            <a:r>
              <a:rPr lang="es-ES_tradnl" sz="1600" b="1" dirty="0">
                <a:solidFill>
                  <a:schemeClr val="bg2">
                    <a:lumMod val="10000"/>
                  </a:schemeClr>
                </a:solidFill>
              </a:rPr>
              <a:t>Personas</a:t>
            </a:r>
            <a:r>
              <a:rPr lang="es-ES_tradnl" sz="1600" dirty="0">
                <a:solidFill>
                  <a:schemeClr val="bg2">
                    <a:lumMod val="10000"/>
                  </a:schemeClr>
                </a:solidFill>
              </a:rPr>
              <a:t>: Alumno, Pasajero, Profesor, Cliente</a:t>
            </a:r>
          </a:p>
          <a:p>
            <a:pPr marL="171450" lvl="1">
              <a:spcBef>
                <a:spcPts val="1000"/>
              </a:spcBef>
              <a:defRPr/>
            </a:pPr>
            <a:r>
              <a:rPr lang="es-ES_tradnl" sz="1600" b="1" dirty="0">
                <a:solidFill>
                  <a:schemeClr val="bg2">
                    <a:lumMod val="10000"/>
                  </a:schemeClr>
                </a:solidFill>
              </a:rPr>
              <a:t>Instituciones</a:t>
            </a:r>
            <a:r>
              <a:rPr lang="es-ES_tradnl" sz="1600" dirty="0">
                <a:solidFill>
                  <a:schemeClr val="bg2">
                    <a:lumMod val="10000"/>
                  </a:schemeClr>
                </a:solidFill>
              </a:rPr>
              <a:t>: Banco, Empresa, Universidad</a:t>
            </a:r>
          </a:p>
          <a:p>
            <a:pPr marL="171450" lvl="1">
              <a:spcBef>
                <a:spcPts val="1000"/>
              </a:spcBef>
              <a:defRPr/>
            </a:pPr>
            <a:r>
              <a:rPr lang="es-ES_tradnl" sz="1600" b="1" dirty="0">
                <a:solidFill>
                  <a:schemeClr val="bg2">
                    <a:lumMod val="10000"/>
                  </a:schemeClr>
                </a:solidFill>
              </a:rPr>
              <a:t>Unidades organizacionales</a:t>
            </a:r>
            <a:r>
              <a:rPr lang="es-ES_tradnl" sz="1600" dirty="0">
                <a:solidFill>
                  <a:schemeClr val="bg2">
                    <a:lumMod val="10000"/>
                  </a:schemeClr>
                </a:solidFill>
              </a:rPr>
              <a:t>: Departamento, Sucursal, Planta, Línea</a:t>
            </a:r>
          </a:p>
          <a:p>
            <a:pPr marL="171450" lvl="1">
              <a:spcBef>
                <a:spcPts val="1000"/>
              </a:spcBef>
              <a:defRPr/>
            </a:pPr>
            <a:r>
              <a:rPr lang="es-ES_tradnl" sz="1600" b="1" dirty="0">
                <a:solidFill>
                  <a:schemeClr val="bg2">
                    <a:lumMod val="10000"/>
                  </a:schemeClr>
                </a:solidFill>
              </a:rPr>
              <a:t>Clasificaciones, agrupaciones y jerarquías</a:t>
            </a:r>
            <a:r>
              <a:rPr lang="es-ES_tradnl" sz="1600" dirty="0">
                <a:solidFill>
                  <a:schemeClr val="bg2">
                    <a:lumMod val="10000"/>
                  </a:schemeClr>
                </a:solidFill>
              </a:rPr>
              <a:t>: Tipo, Clase, Marca, Grupo, Género</a:t>
            </a:r>
          </a:p>
          <a:p>
            <a:pPr marL="171450" lvl="1">
              <a:spcBef>
                <a:spcPts val="1000"/>
              </a:spcBef>
              <a:defRPr/>
            </a:pPr>
            <a:r>
              <a:rPr lang="es-ES_tradnl" sz="1600" b="1" dirty="0">
                <a:solidFill>
                  <a:schemeClr val="bg2">
                    <a:lumMod val="10000"/>
                  </a:schemeClr>
                </a:solidFill>
              </a:rPr>
              <a:t>Documentos</a:t>
            </a:r>
            <a:r>
              <a:rPr lang="es-ES_tradnl" sz="1600" dirty="0">
                <a:solidFill>
                  <a:schemeClr val="bg2">
                    <a:lumMod val="10000"/>
                  </a:schemeClr>
                </a:solidFill>
              </a:rPr>
              <a:t>: Factura, Pedido, Orden, Cheque</a:t>
            </a:r>
          </a:p>
          <a:p>
            <a:pPr marL="171450" lvl="1">
              <a:spcBef>
                <a:spcPts val="1000"/>
              </a:spcBef>
              <a:defRPr/>
            </a:pPr>
            <a:r>
              <a:rPr lang="es-ES_tradnl" sz="1600" b="1" dirty="0">
                <a:solidFill>
                  <a:schemeClr val="bg2">
                    <a:lumMod val="10000"/>
                  </a:schemeClr>
                </a:solidFill>
              </a:rPr>
              <a:t>Objetos (físicos o abstractos): </a:t>
            </a:r>
            <a:r>
              <a:rPr lang="es-ES_tradnl" sz="1600" dirty="0">
                <a:solidFill>
                  <a:schemeClr val="bg2">
                    <a:lumMod val="10000"/>
                  </a:schemeClr>
                </a:solidFill>
              </a:rPr>
              <a:t>Material, Producto, Asignatura, Habilidad	</a:t>
            </a:r>
            <a:r>
              <a:rPr lang="es-ES_tradnl" sz="3200" dirty="0"/>
              <a:t>			</a:t>
            </a:r>
          </a:p>
          <a:p>
            <a:endParaRPr lang="es-AR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841AB15-9B4E-0942-D002-7681F735EE72}"/>
              </a:ext>
            </a:extLst>
          </p:cNvPr>
          <p:cNvSpPr/>
          <p:nvPr/>
        </p:nvSpPr>
        <p:spPr>
          <a:xfrm>
            <a:off x="3179037" y="2324456"/>
            <a:ext cx="2143118" cy="89730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Entidad</a:t>
            </a:r>
          </a:p>
        </p:txBody>
      </p:sp>
    </p:spTree>
    <p:extLst>
      <p:ext uri="{BB962C8B-B14F-4D97-AF65-F5344CB8AC3E}">
        <p14:creationId xmlns:p14="http://schemas.microsoft.com/office/powerpoint/2010/main" val="257726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90200-697C-6631-F248-E2C44C33A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9" y="742198"/>
            <a:ext cx="8427562" cy="426725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sz="3200" dirty="0">
                <a:latin typeface="Arial" panose="020B0604020202020204" pitchFamily="34" charset="0"/>
                <a:cs typeface="Arial" panose="020B0604020202020204" pitchFamily="34" charset="0"/>
              </a:rPr>
              <a:t>Atributos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B8293E-4303-41B6-E098-12E0C50B5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12" y="1168923"/>
            <a:ext cx="8502976" cy="2642680"/>
          </a:xfrm>
        </p:spPr>
        <p:txBody>
          <a:bodyPr>
            <a:norm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Las entidades se representan mediante </a:t>
            </a:r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atributos</a:t>
            </a:r>
          </a:p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Describe las propiedades de cada miembro del conjunto de entidades. </a:t>
            </a:r>
          </a:p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Cada Entidad contiene un </a:t>
            </a:r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Valor</a:t>
            </a:r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 para un conjunto de Atributos.</a:t>
            </a:r>
          </a:p>
          <a:p>
            <a:pPr marL="0" indent="0" algn="ctr">
              <a:buNone/>
            </a:pPr>
            <a:r>
              <a:rPr lang="es-AR" sz="2400" i="1" dirty="0">
                <a:latin typeface="Arial" panose="020B0604020202020204" pitchFamily="34" charset="0"/>
                <a:cs typeface="Arial" panose="020B0604020202020204" pitchFamily="34" charset="0"/>
              </a:rPr>
              <a:t>Entidad = (</a:t>
            </a:r>
            <a:r>
              <a:rPr lang="es-AR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Atributo</a:t>
            </a:r>
            <a:r>
              <a:rPr lang="es-AR" sz="2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i="1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AR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Valor</a:t>
            </a:r>
            <a:r>
              <a:rPr lang="es-AR" sz="2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24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A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ctr">
              <a:buNone/>
            </a:pPr>
            <a:endParaRPr lang="es-AR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D905A20-6A13-4529-AA78-DBED1C5E2885}"/>
              </a:ext>
            </a:extLst>
          </p:cNvPr>
          <p:cNvSpPr txBox="1">
            <a:spLocks/>
          </p:cNvSpPr>
          <p:nvPr/>
        </p:nvSpPr>
        <p:spPr>
          <a:xfrm>
            <a:off x="395926" y="4644287"/>
            <a:ext cx="8427562" cy="1709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Arial Nova" panose="020B05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Arial Nova" panose="020B05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Arial Nova" panose="020B05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Arial Nova" panose="020B0504020202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AR" dirty="0"/>
              <a:t>Cuando se quiere denotar que un atributo no tiene valor. Se utiliza el valor Nulo (</a:t>
            </a:r>
            <a:r>
              <a:rPr lang="es-AR" dirty="0" err="1"/>
              <a:t>Vacio</a:t>
            </a:r>
            <a:r>
              <a:rPr lang="es-AR" dirty="0"/>
              <a:t>)</a:t>
            </a:r>
          </a:p>
          <a:p>
            <a:r>
              <a:rPr lang="es-AR" dirty="0" err="1"/>
              <a:t>Ej</a:t>
            </a:r>
            <a:r>
              <a:rPr lang="es-AR" dirty="0"/>
              <a:t>: Empleado:</a:t>
            </a:r>
          </a:p>
          <a:p>
            <a:pPr lvl="1"/>
            <a:r>
              <a:rPr lang="es-AR" dirty="0"/>
              <a:t>Fecha de Baja: NULL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6489338-DAC4-4984-B2DE-8068A4D41B04}"/>
              </a:ext>
            </a:extLst>
          </p:cNvPr>
          <p:cNvSpPr txBox="1">
            <a:spLocks/>
          </p:cNvSpPr>
          <p:nvPr/>
        </p:nvSpPr>
        <p:spPr>
          <a:xfrm>
            <a:off x="395926" y="3981285"/>
            <a:ext cx="8427562" cy="40461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s-AR" dirty="0">
                <a:solidFill>
                  <a:schemeClr val="bg1"/>
                </a:solidFill>
              </a:rPr>
              <a:t>Valor </a:t>
            </a:r>
            <a:r>
              <a:rPr lang="es-AR" dirty="0" err="1">
                <a:solidFill>
                  <a:schemeClr val="bg1"/>
                </a:solidFill>
              </a:rPr>
              <a:t>Vacio</a:t>
            </a:r>
            <a:r>
              <a:rPr lang="es-AR" dirty="0">
                <a:solidFill>
                  <a:schemeClr val="bg1"/>
                </a:solidFill>
              </a:rPr>
              <a:t> o Nulo</a:t>
            </a:r>
          </a:p>
        </p:txBody>
      </p:sp>
    </p:spTree>
    <p:extLst>
      <p:ext uri="{BB962C8B-B14F-4D97-AF65-F5344CB8AC3E}">
        <p14:creationId xmlns:p14="http://schemas.microsoft.com/office/powerpoint/2010/main" val="3137592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1EEEC-5641-9CEC-D42A-4A2FFB55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72998"/>
            <a:ext cx="7886700" cy="521765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s-AR" sz="3600" dirty="0"/>
              <a:t>Atributos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CE5328-85BE-FFD4-3C05-1719C8EE9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AR" dirty="0"/>
              <a:t>Se representa con un ovalo</a:t>
            </a:r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Ejemplos:</a:t>
            </a:r>
          </a:p>
          <a:p>
            <a:pPr lvl="1"/>
            <a:r>
              <a:rPr lang="es-AR" dirty="0"/>
              <a:t>Nombre</a:t>
            </a:r>
          </a:p>
          <a:p>
            <a:pPr lvl="1"/>
            <a:r>
              <a:rPr lang="es-AR" dirty="0"/>
              <a:t>Apellido</a:t>
            </a:r>
          </a:p>
          <a:p>
            <a:pPr lvl="1"/>
            <a:r>
              <a:rPr lang="es-AR" dirty="0"/>
              <a:t>Edad, Fecha de Nacimiento</a:t>
            </a:r>
          </a:p>
          <a:p>
            <a:pPr lvl="1"/>
            <a:r>
              <a:rPr lang="es-AR" dirty="0"/>
              <a:t>Fecha de Alta</a:t>
            </a:r>
          </a:p>
          <a:p>
            <a:pPr lvl="1"/>
            <a:r>
              <a:rPr lang="es-AR" dirty="0" err="1"/>
              <a:t>Categoria</a:t>
            </a:r>
            <a:endParaRPr lang="es-AR" dirty="0"/>
          </a:p>
          <a:p>
            <a:pPr lvl="1"/>
            <a:r>
              <a:rPr lang="es-AR" dirty="0"/>
              <a:t>…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B247291-32A4-22F4-CE9D-00C5B2C07A4D}"/>
              </a:ext>
            </a:extLst>
          </p:cNvPr>
          <p:cNvSpPr/>
          <p:nvPr/>
        </p:nvSpPr>
        <p:spPr>
          <a:xfrm>
            <a:off x="3362638" y="2309086"/>
            <a:ext cx="1907675" cy="77101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Atributo</a:t>
            </a:r>
          </a:p>
        </p:txBody>
      </p:sp>
    </p:spTree>
    <p:extLst>
      <p:ext uri="{BB962C8B-B14F-4D97-AF65-F5344CB8AC3E}">
        <p14:creationId xmlns:p14="http://schemas.microsoft.com/office/powerpoint/2010/main" val="312887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F4881DF-AC60-9D20-FBD9-0BBFB342B8D0}"/>
              </a:ext>
            </a:extLst>
          </p:cNvPr>
          <p:cNvSpPr txBox="1">
            <a:spLocks/>
          </p:cNvSpPr>
          <p:nvPr/>
        </p:nvSpPr>
        <p:spPr>
          <a:xfrm>
            <a:off x="433633" y="763571"/>
            <a:ext cx="8286161" cy="54922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Arial Nova" panose="020B05040202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Conjunto de </a:t>
            </a:r>
            <a:r>
              <a:rPr lang="en-US" sz="3600" dirty="0" err="1"/>
              <a:t>Atributos</a:t>
            </a:r>
            <a:endParaRPr lang="es-ES" sz="3600" dirty="0"/>
          </a:p>
        </p:txBody>
      </p:sp>
      <p:graphicFrame>
        <p:nvGraphicFramePr>
          <p:cNvPr id="7" name="Marcador de contenido 3">
            <a:extLst>
              <a:ext uri="{FF2B5EF4-FFF2-40B4-BE49-F238E27FC236}">
                <a16:creationId xmlns:a16="http://schemas.microsoft.com/office/drawing/2014/main" id="{EB5B80B6-C1CD-62FA-1A97-E42B16FF55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1831399"/>
              </p:ext>
            </p:extLst>
          </p:nvPr>
        </p:nvGraphicFramePr>
        <p:xfrm>
          <a:off x="827088" y="1843088"/>
          <a:ext cx="6711950" cy="4060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8484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6EB60-5DAB-5A21-87D2-8E9D504E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64391"/>
            <a:ext cx="7886700" cy="428254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sz="3600" dirty="0"/>
              <a:t>Representación de Tipos de Atributos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D8BD0F-0FA8-31DD-3789-168AC88D0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755200" cy="4351338"/>
          </a:xfrm>
        </p:spPr>
        <p:txBody>
          <a:bodyPr/>
          <a:lstStyle/>
          <a:p>
            <a:r>
              <a:rPr lang="es-AR" dirty="0"/>
              <a:t>Atributos Simples</a:t>
            </a:r>
          </a:p>
          <a:p>
            <a:endParaRPr lang="es-AR" dirty="0"/>
          </a:p>
          <a:p>
            <a:r>
              <a:rPr lang="es-AR" dirty="0"/>
              <a:t>Atributos Compuestos</a:t>
            </a:r>
          </a:p>
          <a:p>
            <a:endParaRPr lang="es-AR" dirty="0"/>
          </a:p>
          <a:p>
            <a:r>
              <a:rPr lang="es-AR" dirty="0"/>
              <a:t>Atributos </a:t>
            </a:r>
            <a:r>
              <a:rPr lang="es-AR" dirty="0" err="1"/>
              <a:t>Multivalorados</a:t>
            </a:r>
            <a:endParaRPr lang="es-AR" dirty="0"/>
          </a:p>
          <a:p>
            <a:endParaRPr lang="es-AR" dirty="0"/>
          </a:p>
          <a:p>
            <a:r>
              <a:rPr lang="es-AR" dirty="0"/>
              <a:t>Atributos Derivados o </a:t>
            </a:r>
            <a:r>
              <a:rPr lang="es-AR" i="1" dirty="0"/>
              <a:t>Calculados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2F434EF-D2FD-C9DD-331F-7D3DDAF976C7}"/>
              </a:ext>
            </a:extLst>
          </p:cNvPr>
          <p:cNvSpPr/>
          <p:nvPr/>
        </p:nvSpPr>
        <p:spPr>
          <a:xfrm>
            <a:off x="5665862" y="1690689"/>
            <a:ext cx="1452785" cy="65265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Nombre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8AC9081-D46B-FC02-897C-B7FE23C2A26F}"/>
              </a:ext>
            </a:extLst>
          </p:cNvPr>
          <p:cNvSpPr/>
          <p:nvPr/>
        </p:nvSpPr>
        <p:spPr>
          <a:xfrm>
            <a:off x="6392254" y="2518207"/>
            <a:ext cx="1204957" cy="49804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err="1"/>
              <a:t>Direccion</a:t>
            </a:r>
            <a:endParaRPr lang="es-AR" sz="120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007B33B-1519-5235-39D7-219BD423903E}"/>
              </a:ext>
            </a:extLst>
          </p:cNvPr>
          <p:cNvSpPr/>
          <p:nvPr/>
        </p:nvSpPr>
        <p:spPr>
          <a:xfrm>
            <a:off x="5531979" y="3191115"/>
            <a:ext cx="910127" cy="49804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/>
              <a:t>Calle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5EC8FF1-018B-9019-7E9A-89FAC3711605}"/>
              </a:ext>
            </a:extLst>
          </p:cNvPr>
          <p:cNvSpPr/>
          <p:nvPr/>
        </p:nvSpPr>
        <p:spPr>
          <a:xfrm>
            <a:off x="6564595" y="3191115"/>
            <a:ext cx="910127" cy="49804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 err="1"/>
              <a:t>Nro</a:t>
            </a:r>
            <a:endParaRPr lang="es-AR" sz="120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CF1E7F1-1773-F911-9474-CA336965E3FF}"/>
              </a:ext>
            </a:extLst>
          </p:cNvPr>
          <p:cNvSpPr/>
          <p:nvPr/>
        </p:nvSpPr>
        <p:spPr>
          <a:xfrm>
            <a:off x="7597211" y="3191115"/>
            <a:ext cx="910127" cy="49804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200" dirty="0"/>
              <a:t>Barrio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53999EB-3B26-65E0-A168-B59E0B19DB1A}"/>
              </a:ext>
            </a:extLst>
          </p:cNvPr>
          <p:cNvCxnSpPr>
            <a:stCxn id="5" idx="3"/>
            <a:endCxn id="6" idx="0"/>
          </p:cNvCxnSpPr>
          <p:nvPr/>
        </p:nvCxnSpPr>
        <p:spPr>
          <a:xfrm flipH="1">
            <a:off x="5987043" y="2943315"/>
            <a:ext cx="581673" cy="247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6499BD8-8F8C-4217-5199-6413F92400E9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>
            <a:off x="6994733" y="3016252"/>
            <a:ext cx="24926" cy="174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C2CE8206-665B-0CE9-51FB-8717CC01E645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7420749" y="2943315"/>
            <a:ext cx="631526" cy="247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1C03C892-5FDD-03F2-95FF-6072B2DBFA56}"/>
              </a:ext>
            </a:extLst>
          </p:cNvPr>
          <p:cNvSpPr/>
          <p:nvPr/>
        </p:nvSpPr>
        <p:spPr>
          <a:xfrm>
            <a:off x="5980632" y="4038886"/>
            <a:ext cx="1452785" cy="652655"/>
          </a:xfrm>
          <a:prstGeom prst="ellipse">
            <a:avLst/>
          </a:prstGeom>
          <a:ln w="7620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400" dirty="0" err="1"/>
              <a:t>Telefono</a:t>
            </a:r>
            <a:endParaRPr lang="es-AR" sz="1400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1C63118-627A-3364-AE34-0A5A05AC8B7B}"/>
              </a:ext>
            </a:extLst>
          </p:cNvPr>
          <p:cNvSpPr/>
          <p:nvPr/>
        </p:nvSpPr>
        <p:spPr>
          <a:xfrm>
            <a:off x="5996300" y="5230092"/>
            <a:ext cx="1452785" cy="652655"/>
          </a:xfrm>
          <a:prstGeom prst="ellipse">
            <a:avLst/>
          </a:prstGeom>
          <a:ln w="38100">
            <a:prstDash val="dash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Edad</a:t>
            </a:r>
          </a:p>
        </p:txBody>
      </p:sp>
    </p:spTree>
    <p:extLst>
      <p:ext uri="{BB962C8B-B14F-4D97-AF65-F5344CB8AC3E}">
        <p14:creationId xmlns:p14="http://schemas.microsoft.com/office/powerpoint/2010/main" val="73860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3DF51-0FE5-8B5E-72F4-A595A259E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67266"/>
            <a:ext cx="7886700" cy="518475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dirty="0"/>
              <a:t>Relación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5F2604-6868-DD47-7338-A0096EFCB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Es una asociación entre Entidades</a:t>
            </a:r>
          </a:p>
          <a:p>
            <a:r>
              <a:rPr lang="es-AR" dirty="0"/>
              <a:t>Un conjunto de Relaciones es un conjunto de relaciones del mismo tipo.</a:t>
            </a:r>
          </a:p>
          <a:p>
            <a:r>
              <a:rPr lang="es-AR" dirty="0"/>
              <a:t>Una entidad representa un </a:t>
            </a:r>
            <a:r>
              <a:rPr lang="es-AR" b="1" dirty="0"/>
              <a:t>Rol</a:t>
            </a:r>
            <a:r>
              <a:rPr lang="es-AR" dirty="0"/>
              <a:t> en la relación.</a:t>
            </a:r>
          </a:p>
          <a:p>
            <a:r>
              <a:rPr lang="es-AR" dirty="0"/>
              <a:t>Una relación puede tener </a:t>
            </a:r>
            <a:r>
              <a:rPr lang="es-AR" b="1" i="1" dirty="0"/>
              <a:t>atributos descriptivos.</a:t>
            </a:r>
          </a:p>
          <a:p>
            <a:r>
              <a:rPr lang="es-AR" i="1" dirty="0"/>
              <a:t>Pueden asociarse mas de 2 entidades.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70346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F4881DF-AC60-9D20-FBD9-0BBFB342B8D0}"/>
              </a:ext>
            </a:extLst>
          </p:cNvPr>
          <p:cNvSpPr txBox="1">
            <a:spLocks/>
          </p:cNvSpPr>
          <p:nvPr/>
        </p:nvSpPr>
        <p:spPr>
          <a:xfrm>
            <a:off x="590269" y="831540"/>
            <a:ext cx="7406640" cy="459934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Arial Nova" panose="020B05040202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 err="1"/>
              <a:t>Restricciones</a:t>
            </a:r>
            <a:endParaRPr lang="es-ES" sz="3600" dirty="0"/>
          </a:p>
        </p:txBody>
      </p:sp>
      <p:graphicFrame>
        <p:nvGraphicFramePr>
          <p:cNvPr id="7" name="Marcador de contenido 3">
            <a:extLst>
              <a:ext uri="{FF2B5EF4-FFF2-40B4-BE49-F238E27FC236}">
                <a16:creationId xmlns:a16="http://schemas.microsoft.com/office/drawing/2014/main" id="{EB5B80B6-C1CD-62FA-1A97-E42B16FF55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5350983"/>
              </p:ext>
            </p:extLst>
          </p:nvPr>
        </p:nvGraphicFramePr>
        <p:xfrm>
          <a:off x="827088" y="1843088"/>
          <a:ext cx="6711950" cy="4060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9362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F36D33B-57B4-1BF7-DDE0-44B2792A5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99904"/>
            <a:ext cx="7886700" cy="550046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sz="3600" dirty="0">
                <a:solidFill>
                  <a:schemeClr val="bg1"/>
                </a:solidFill>
              </a:rPr>
              <a:t>Ejemplos Cardinalidad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D4286B7-23B5-B721-BA02-9A4ADE390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091" y="1790475"/>
            <a:ext cx="5468113" cy="385816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A7B1CED-A149-FC2A-756F-FB66BE1E3C21}"/>
              </a:ext>
            </a:extLst>
          </p:cNvPr>
          <p:cNvSpPr txBox="1"/>
          <p:nvPr/>
        </p:nvSpPr>
        <p:spPr>
          <a:xfrm>
            <a:off x="628650" y="1940312"/>
            <a:ext cx="26364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Uno a Uno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Uno a Muchos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Muchos a Muchos</a:t>
            </a:r>
          </a:p>
        </p:txBody>
      </p:sp>
    </p:spTree>
    <p:extLst>
      <p:ext uri="{BB962C8B-B14F-4D97-AF65-F5344CB8AC3E}">
        <p14:creationId xmlns:p14="http://schemas.microsoft.com/office/powerpoint/2010/main" val="3577495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718C2-D653-E078-F9E1-216B1E11F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48412"/>
            <a:ext cx="7886700" cy="502912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s-AR" sz="3600" dirty="0">
                <a:solidFill>
                  <a:schemeClr val="bg1"/>
                </a:solidFill>
              </a:rPr>
              <a:t>Ejemplos Participación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2A9078-DDFC-3756-DD59-064E75ED4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132" y="2159195"/>
            <a:ext cx="5506218" cy="276263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B495C80-693D-A830-A7DE-C45DF66EE8C5}"/>
              </a:ext>
            </a:extLst>
          </p:cNvPr>
          <p:cNvSpPr txBox="1"/>
          <p:nvPr/>
        </p:nvSpPr>
        <p:spPr>
          <a:xfrm>
            <a:off x="807069" y="2663350"/>
            <a:ext cx="26364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Total u </a:t>
            </a:r>
            <a:r>
              <a:rPr lang="es-AR" i="1" dirty="0"/>
              <a:t>Obligatorio (</a:t>
            </a:r>
            <a:r>
              <a:rPr lang="es-AR" i="1" dirty="0" err="1"/>
              <a:t>Mandatory</a:t>
            </a:r>
            <a:r>
              <a:rPr lang="es-AR" i="1" dirty="0"/>
              <a:t>)</a:t>
            </a: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Parcial </a:t>
            </a:r>
            <a:r>
              <a:rPr lang="es-AR" i="1" dirty="0"/>
              <a:t>u Opcional (</a:t>
            </a:r>
            <a:r>
              <a:rPr lang="es-AR" i="1" dirty="0" err="1"/>
              <a:t>Optional</a:t>
            </a:r>
            <a:r>
              <a:rPr lang="es-AR" i="1" dirty="0"/>
              <a:t>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53206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A70631B-3AA9-1746-CC19-E6C65A5C3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15973"/>
            <a:ext cx="7886700" cy="555627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sz="3600" dirty="0"/>
              <a:t>Atributos Identificadores </a:t>
            </a:r>
            <a:r>
              <a:rPr lang="es-AR" sz="3600" i="1" dirty="0"/>
              <a:t>Claves	</a:t>
            </a:r>
            <a:endParaRPr lang="es-AR" sz="36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A011BD-D84E-0B61-452E-757B3CD64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Son atributos y/o relaciones que identifican de manera </a:t>
            </a:r>
            <a:r>
              <a:rPr lang="es-AR" b="1" dirty="0"/>
              <a:t>Única</a:t>
            </a:r>
            <a:r>
              <a:rPr lang="es-AR" dirty="0"/>
              <a:t> una entidad.</a:t>
            </a:r>
          </a:p>
          <a:p>
            <a:r>
              <a:rPr lang="es-AR" dirty="0"/>
              <a:t>Se denominan </a:t>
            </a:r>
            <a:r>
              <a:rPr lang="es-AR" b="1" dirty="0"/>
              <a:t>Claves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DE49193-CBC8-7CE1-0979-BD46BCB1744C}"/>
              </a:ext>
            </a:extLst>
          </p:cNvPr>
          <p:cNvSpPr/>
          <p:nvPr/>
        </p:nvSpPr>
        <p:spPr>
          <a:xfrm>
            <a:off x="628650" y="3563596"/>
            <a:ext cx="7677862" cy="192280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b="1" i="1" dirty="0"/>
              <a:t>RESTRICCION DE CLAVE</a:t>
            </a:r>
          </a:p>
          <a:p>
            <a:pPr algn="ctr"/>
            <a:r>
              <a:rPr lang="es-AR" dirty="0"/>
              <a:t>Un atributo es considerado Clave si cumple con dos condiciones: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AR" dirty="0"/>
              <a:t>Identifican unívocamente cada entidad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AR" dirty="0"/>
              <a:t>No admite Valores Nulos</a:t>
            </a:r>
          </a:p>
        </p:txBody>
      </p:sp>
    </p:spTree>
    <p:extLst>
      <p:ext uri="{BB962C8B-B14F-4D97-AF65-F5344CB8AC3E}">
        <p14:creationId xmlns:p14="http://schemas.microsoft.com/office/powerpoint/2010/main" val="2103930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A70631B-3AA9-1746-CC19-E6C65A5C3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345" y="772998"/>
            <a:ext cx="7886700" cy="568899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sz="3600" dirty="0"/>
              <a:t>Atributos Identificadores </a:t>
            </a:r>
            <a:r>
              <a:rPr lang="es-AR" sz="3600" i="1" dirty="0"/>
              <a:t>Claves	</a:t>
            </a:r>
            <a:endParaRPr lang="es-AR" sz="36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A011BD-D84E-0B61-452E-757B3CD64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Algunos conceptos</a:t>
            </a:r>
          </a:p>
          <a:p>
            <a:pPr lvl="1"/>
            <a:r>
              <a:rPr lang="es-AR" b="1" dirty="0" err="1"/>
              <a:t>Superclave</a:t>
            </a:r>
            <a:r>
              <a:rPr lang="es-AR" b="1" dirty="0"/>
              <a:t>  o Clave Compuesta</a:t>
            </a:r>
            <a:r>
              <a:rPr lang="es-AR" b="1" dirty="0">
                <a:sym typeface="Wingdings" panose="05000000000000000000" pitchFamily="2" charset="2"/>
              </a:rPr>
              <a:t> </a:t>
            </a:r>
            <a:r>
              <a:rPr lang="es-AR" dirty="0">
                <a:sym typeface="Wingdings" panose="05000000000000000000" pitchFamily="2" charset="2"/>
              </a:rPr>
              <a:t>Es un conjunto de uno o mas atributos que, colectivamente, permiten identificar de forma única una entidad del conjunto de entidades.</a:t>
            </a:r>
          </a:p>
          <a:p>
            <a:pPr lvl="1"/>
            <a:r>
              <a:rPr lang="es-AR" b="1" dirty="0">
                <a:sym typeface="Wingdings" panose="05000000000000000000" pitchFamily="2" charset="2"/>
              </a:rPr>
              <a:t>Clave Candidata  </a:t>
            </a:r>
            <a:r>
              <a:rPr lang="es-AR" dirty="0">
                <a:sym typeface="Wingdings" panose="05000000000000000000" pitchFamily="2" charset="2"/>
              </a:rPr>
              <a:t>Son aquellos atributos que pueden ser considerados Clave (</a:t>
            </a:r>
            <a:r>
              <a:rPr lang="es-AR" i="1" dirty="0">
                <a:sym typeface="Wingdings" panose="05000000000000000000" pitchFamily="2" charset="2"/>
              </a:rPr>
              <a:t>Cumplen la restricción de Clave)</a:t>
            </a:r>
            <a:endParaRPr lang="es-AR" dirty="0">
              <a:sym typeface="Wingdings" panose="05000000000000000000" pitchFamily="2" charset="2"/>
            </a:endParaRPr>
          </a:p>
          <a:p>
            <a:pPr lvl="1"/>
            <a:r>
              <a:rPr lang="es-AR" b="1" dirty="0">
                <a:sym typeface="Wingdings" panose="05000000000000000000" pitchFamily="2" charset="2"/>
              </a:rPr>
              <a:t>Clave Primaria  </a:t>
            </a:r>
            <a:r>
              <a:rPr lang="es-AR" dirty="0">
                <a:sym typeface="Wingdings" panose="05000000000000000000" pitchFamily="2" charset="2"/>
              </a:rPr>
              <a:t>Es una clave candidata considerada clave principal de la entidad.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826614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4BED-A3AD-BAD0-DA76-1F37D4F4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69335"/>
            <a:ext cx="7886700" cy="550046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dirty="0"/>
              <a:t>Claves - Representación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6066EF-2FAE-E7C7-6619-7A04B7C25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5433" y="3315769"/>
            <a:ext cx="2828228" cy="1404241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s-AR" u="sng" dirty="0"/>
              <a:t>Clave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B2CF3F-D3FF-E094-182A-F733DB3B14DF}"/>
              </a:ext>
            </a:extLst>
          </p:cNvPr>
          <p:cNvSpPr txBox="1"/>
          <p:nvPr/>
        </p:nvSpPr>
        <p:spPr>
          <a:xfrm>
            <a:off x="524107" y="2286000"/>
            <a:ext cx="4382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Se representa subrayando el nombre en el atributo</a:t>
            </a:r>
          </a:p>
        </p:txBody>
      </p:sp>
    </p:spTree>
    <p:extLst>
      <p:ext uri="{BB962C8B-B14F-4D97-AF65-F5344CB8AC3E}">
        <p14:creationId xmlns:p14="http://schemas.microsoft.com/office/powerpoint/2010/main" val="1005008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17A70-C890-D7AC-026C-CECCF05C0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76692"/>
            <a:ext cx="7886700" cy="499621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s-AR" sz="3600" dirty="0" err="1"/>
              <a:t>Actividas</a:t>
            </a:r>
            <a:r>
              <a:rPr lang="es-AR" sz="3600" dirty="0"/>
              <a:t> de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18E4B2-6EB2-CC6E-AA35-95466B0D9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Pregunta</a:t>
            </a:r>
            <a:r>
              <a:rPr lang="en-US" dirty="0"/>
              <a:t> 1: dadas las </a:t>
            </a:r>
            <a:r>
              <a:rPr lang="en-US" dirty="0" err="1"/>
              <a:t>siguientes</a:t>
            </a:r>
            <a:r>
              <a:rPr lang="en-US" dirty="0"/>
              <a:t> </a:t>
            </a:r>
            <a:r>
              <a:rPr lang="en-US" dirty="0" err="1"/>
              <a:t>entidades</a:t>
            </a:r>
            <a:endParaRPr lang="en-US" dirty="0"/>
          </a:p>
          <a:p>
            <a:pPr lvl="2"/>
            <a:r>
              <a:rPr lang="en-US" dirty="0"/>
              <a:t>ALUMNO</a:t>
            </a:r>
          </a:p>
          <a:p>
            <a:pPr lvl="2"/>
            <a:r>
              <a:rPr lang="en-US" dirty="0"/>
              <a:t>PROFESOR</a:t>
            </a:r>
          </a:p>
          <a:p>
            <a:pPr lvl="2"/>
            <a:r>
              <a:rPr lang="en-US" dirty="0"/>
              <a:t>MATERIA</a:t>
            </a:r>
          </a:p>
          <a:p>
            <a:pPr lvl="2"/>
            <a:r>
              <a:rPr lang="en-US" dirty="0"/>
              <a:t>CURSO</a:t>
            </a:r>
          </a:p>
          <a:p>
            <a:pPr lvl="1"/>
            <a:r>
              <a:rPr lang="en-US" dirty="0" err="1"/>
              <a:t>Modelar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entidad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la </a:t>
            </a:r>
            <a:r>
              <a:rPr lang="en-US" dirty="0" err="1"/>
              <a:t>notacion</a:t>
            </a:r>
            <a:r>
              <a:rPr lang="en-US" dirty="0"/>
              <a:t> Chen</a:t>
            </a:r>
          </a:p>
          <a:p>
            <a:r>
              <a:rPr lang="en-US" dirty="0" err="1"/>
              <a:t>Pregunta</a:t>
            </a:r>
            <a:r>
              <a:rPr lang="en-US" dirty="0"/>
              <a:t> 2: </a:t>
            </a:r>
            <a:r>
              <a:rPr lang="en-US" dirty="0" err="1"/>
              <a:t>Modelar</a:t>
            </a:r>
            <a:r>
              <a:rPr lang="en-US" dirty="0"/>
              <a:t> las </a:t>
            </a:r>
            <a:r>
              <a:rPr lang="en-US" dirty="0" err="1"/>
              <a:t>siguientes</a:t>
            </a:r>
            <a:r>
              <a:rPr lang="en-US" dirty="0"/>
              <a:t> </a:t>
            </a:r>
            <a:r>
              <a:rPr lang="en-US" dirty="0" err="1"/>
              <a:t>relaciones</a:t>
            </a:r>
            <a:endParaRPr lang="en-US" dirty="0"/>
          </a:p>
          <a:p>
            <a:pPr lvl="1"/>
            <a:r>
              <a:rPr lang="en-US" dirty="0" err="1"/>
              <a:t>Alumno</a:t>
            </a:r>
            <a:r>
              <a:rPr lang="en-US" dirty="0"/>
              <a:t> – </a:t>
            </a:r>
            <a:r>
              <a:rPr lang="en-US" dirty="0" err="1"/>
              <a:t>Profesor</a:t>
            </a:r>
            <a:endParaRPr lang="en-US" dirty="0"/>
          </a:p>
          <a:p>
            <a:pPr lvl="1"/>
            <a:r>
              <a:rPr lang="en-US" dirty="0" err="1"/>
              <a:t>Alumno</a:t>
            </a:r>
            <a:r>
              <a:rPr lang="en-US" dirty="0"/>
              <a:t> – Materia</a:t>
            </a:r>
          </a:p>
          <a:p>
            <a:pPr lvl="1"/>
            <a:r>
              <a:rPr lang="en-US" dirty="0" err="1"/>
              <a:t>Curso</a:t>
            </a:r>
            <a:r>
              <a:rPr lang="en-US" dirty="0"/>
              <a:t> – Materia</a:t>
            </a:r>
          </a:p>
          <a:p>
            <a:pPr lvl="1"/>
            <a:r>
              <a:rPr lang="en-US" dirty="0" err="1"/>
              <a:t>Alumno</a:t>
            </a:r>
            <a:r>
              <a:rPr lang="en-US" dirty="0"/>
              <a:t> – </a:t>
            </a:r>
            <a:r>
              <a:rPr lang="en-US" dirty="0" err="1"/>
              <a:t>Curso</a:t>
            </a:r>
            <a:endParaRPr lang="en-US" dirty="0"/>
          </a:p>
          <a:p>
            <a:pPr lvl="1"/>
            <a:r>
              <a:rPr lang="en-US" dirty="0" err="1"/>
              <a:t>Profesor</a:t>
            </a:r>
            <a:r>
              <a:rPr lang="en-US" dirty="0"/>
              <a:t> – Materia</a:t>
            </a:r>
          </a:p>
          <a:p>
            <a:r>
              <a:rPr lang="en-US" dirty="0" err="1"/>
              <a:t>Indique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relacion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Cardinalidad</a:t>
            </a:r>
            <a:endParaRPr lang="en-US" dirty="0"/>
          </a:p>
          <a:p>
            <a:pPr lvl="2"/>
            <a:r>
              <a:rPr lang="en-US" dirty="0" err="1"/>
              <a:t>Restricciones</a:t>
            </a:r>
            <a:r>
              <a:rPr lang="en-US" dirty="0"/>
              <a:t> de </a:t>
            </a:r>
            <a:r>
              <a:rPr lang="en-US" dirty="0" err="1"/>
              <a:t>Participacion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02316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79AA1-6F37-96A8-FAF5-399A50128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25769"/>
            <a:ext cx="7886700" cy="420320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sz="3600" dirty="0"/>
              <a:t>Entidades Débiles/Fuertes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A76758-905E-1D9E-FF17-4C9A0AA47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169" y="1825625"/>
            <a:ext cx="8386051" cy="1468687"/>
          </a:xfrm>
        </p:spPr>
        <p:txBody>
          <a:bodyPr>
            <a:normAutofit fontScale="70000" lnSpcReduction="20000"/>
          </a:bodyPr>
          <a:lstStyle/>
          <a:p>
            <a:r>
              <a:rPr lang="es-AR" dirty="0"/>
              <a:t>Conjunto de Entidades Débiles </a:t>
            </a:r>
            <a:r>
              <a:rPr lang="es-AR" dirty="0">
                <a:sym typeface="Wingdings" panose="05000000000000000000" pitchFamily="2" charset="2"/>
              </a:rPr>
              <a:t> Entidades cuyos atributos no son suficientes para formar una Clave Primaria</a:t>
            </a:r>
          </a:p>
          <a:p>
            <a:r>
              <a:rPr lang="es-AR" dirty="0">
                <a:sym typeface="Wingdings" panose="05000000000000000000" pitchFamily="2" charset="2"/>
              </a:rPr>
              <a:t>Necesitan relacionarse con otras entidades para existir.</a:t>
            </a:r>
          </a:p>
          <a:p>
            <a:r>
              <a:rPr lang="es-AR" dirty="0">
                <a:sym typeface="Wingdings" panose="05000000000000000000" pitchFamily="2" charset="2"/>
              </a:rPr>
              <a:t>Un conjunto de entidades que si poseen una Clave Primaria se denomina </a:t>
            </a:r>
            <a:r>
              <a:rPr lang="es-AR" i="1" dirty="0">
                <a:sym typeface="Wingdings" panose="05000000000000000000" pitchFamily="2" charset="2"/>
              </a:rPr>
              <a:t>Entidades Fuertes, o Entidades Identificatorias</a:t>
            </a:r>
            <a:endParaRPr lang="es-A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4FD289D-0A6F-185E-1116-7E67B61FD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56" y="3563688"/>
            <a:ext cx="6423729" cy="205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15501F1-E84B-D7E1-089C-8C7B74D1E1D6}"/>
              </a:ext>
            </a:extLst>
          </p:cNvPr>
          <p:cNvSpPr/>
          <p:nvPr/>
        </p:nvSpPr>
        <p:spPr>
          <a:xfrm>
            <a:off x="5661307" y="5315678"/>
            <a:ext cx="1516566" cy="40639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Entidad </a:t>
            </a:r>
            <a:r>
              <a:rPr lang="es-AR" sz="1600" dirty="0" err="1"/>
              <a:t>Debil</a:t>
            </a:r>
            <a:endParaRPr lang="es-AR" sz="16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339A365-9344-BD0F-6717-60EDFB2AE06B}"/>
              </a:ext>
            </a:extLst>
          </p:cNvPr>
          <p:cNvSpPr/>
          <p:nvPr/>
        </p:nvSpPr>
        <p:spPr>
          <a:xfrm>
            <a:off x="1835401" y="5315678"/>
            <a:ext cx="1516566" cy="40639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Entidad Fuerte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91A09F9-3A59-5231-B372-C899CB96E81F}"/>
              </a:ext>
            </a:extLst>
          </p:cNvPr>
          <p:cNvSpPr/>
          <p:nvPr/>
        </p:nvSpPr>
        <p:spPr>
          <a:xfrm>
            <a:off x="3560299" y="5722071"/>
            <a:ext cx="1812979" cy="48753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Relación Fuerte/Débil</a:t>
            </a:r>
          </a:p>
        </p:txBody>
      </p:sp>
    </p:spTree>
    <p:extLst>
      <p:ext uri="{BB962C8B-B14F-4D97-AF65-F5344CB8AC3E}">
        <p14:creationId xmlns:p14="http://schemas.microsoft.com/office/powerpoint/2010/main" val="223278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79AA1-6F37-96A8-FAF5-399A50128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4974"/>
            <a:ext cx="7886700" cy="474631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dirty="0"/>
              <a:t>Entidades Débiles/Fuertes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A76758-905E-1D9E-FF17-4C9A0AA47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019982"/>
          </a:xfrm>
        </p:spPr>
        <p:txBody>
          <a:bodyPr>
            <a:normAutofit lnSpcReduction="10000"/>
          </a:bodyPr>
          <a:lstStyle/>
          <a:p>
            <a:r>
              <a:rPr lang="es-AR" dirty="0"/>
              <a:t>Ejemplos:</a:t>
            </a:r>
          </a:p>
          <a:p>
            <a:pPr lvl="1"/>
            <a:r>
              <a:rPr lang="es-AR" dirty="0"/>
              <a:t>Factura – Línea de Factura</a:t>
            </a:r>
          </a:p>
          <a:p>
            <a:pPr lvl="1"/>
            <a:r>
              <a:rPr lang="es-AR" dirty="0"/>
              <a:t>Libros – Ejemplares de Libros</a:t>
            </a:r>
          </a:p>
          <a:p>
            <a:pPr lvl="1"/>
            <a:r>
              <a:rPr lang="es-AR" dirty="0"/>
              <a:t>Alumno – Informacion de Contacto</a:t>
            </a:r>
          </a:p>
          <a:p>
            <a:pPr lvl="1"/>
            <a:r>
              <a:rPr lang="es-AR" dirty="0"/>
              <a:t>Usuario - </a:t>
            </a:r>
            <a:r>
              <a:rPr lang="es-AR" dirty="0" err="1"/>
              <a:t>Sesion</a:t>
            </a:r>
            <a:endParaRPr lang="es-AR" dirty="0"/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1885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957637" y="1500188"/>
            <a:ext cx="2896073" cy="1926668"/>
          </a:xfrm>
        </p:spPr>
        <p:txBody>
          <a:bodyPr>
            <a:noAutofit/>
          </a:bodyPr>
          <a:lstStyle/>
          <a:p>
            <a:r>
              <a:rPr lang="es-AR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FIN</a:t>
            </a:r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188" y="1841896"/>
            <a:ext cx="5384799" cy="4038600"/>
          </a:xfrm>
        </p:spPr>
      </p:pic>
    </p:spTree>
    <p:extLst>
      <p:ext uri="{BB962C8B-B14F-4D97-AF65-F5344CB8AC3E}">
        <p14:creationId xmlns:p14="http://schemas.microsoft.com/office/powerpoint/2010/main" val="20224192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lase ISPRMM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BD.potx" id="{FF81F31E-91FB-4AAE-B9B4-41066F83A4AF}" vid="{14ED157B-45B2-4CB0-923A-B2B40686894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913</Words>
  <Application>Microsoft Office PowerPoint</Application>
  <PresentationFormat>Presentación en pantalla (4:3)</PresentationFormat>
  <Paragraphs>199</Paragraphs>
  <Slides>24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Arial Nova</vt:lpstr>
      <vt:lpstr>Calibri</vt:lpstr>
      <vt:lpstr>Tema de Office</vt:lpstr>
      <vt:lpstr>Bases de Datos I</vt:lpstr>
      <vt:lpstr>Modelo de Datos</vt:lpstr>
      <vt:lpstr>Abstracción</vt:lpstr>
      <vt:lpstr>Ejemplo</vt:lpstr>
      <vt:lpstr>Modelo Entidad Relacion</vt:lpstr>
      <vt:lpstr>Modelo ER</vt:lpstr>
      <vt:lpstr>Presentación de PowerPoint</vt:lpstr>
      <vt:lpstr>Entidades </vt:lpstr>
      <vt:lpstr>Entidades</vt:lpstr>
      <vt:lpstr>Atributos</vt:lpstr>
      <vt:lpstr>Atributos </vt:lpstr>
      <vt:lpstr>Presentación de PowerPoint</vt:lpstr>
      <vt:lpstr>Representación de Tipos de Atributos</vt:lpstr>
      <vt:lpstr>Relación </vt:lpstr>
      <vt:lpstr>Presentación de PowerPoint</vt:lpstr>
      <vt:lpstr>Ejemplos Cardinalidad</vt:lpstr>
      <vt:lpstr>Ejemplos Participación</vt:lpstr>
      <vt:lpstr>Atributos Identificadores Claves </vt:lpstr>
      <vt:lpstr>Atributos Identificadores Claves </vt:lpstr>
      <vt:lpstr>Claves - Representación</vt:lpstr>
      <vt:lpstr>Actividas de Clase</vt:lpstr>
      <vt:lpstr>Entidades Débiles/Fuertes</vt:lpstr>
      <vt:lpstr>Entidades Débiles/Fuertes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I</dc:title>
  <dc:creator>Bruno Manuel Sosa</dc:creator>
  <cp:lastModifiedBy>LENOVO NB</cp:lastModifiedBy>
  <cp:revision>10</cp:revision>
  <dcterms:created xsi:type="dcterms:W3CDTF">2022-08-13T13:37:02Z</dcterms:created>
  <dcterms:modified xsi:type="dcterms:W3CDTF">2025-03-17T19:48:05Z</dcterms:modified>
</cp:coreProperties>
</file>