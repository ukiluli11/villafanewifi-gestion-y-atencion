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300" r:id="rId4"/>
    <p:sldId id="301" r:id="rId5"/>
    <p:sldId id="303" r:id="rId6"/>
  </p:sldIdLst>
  <p:sldSz cx="9144000" cy="5143500" type="screen16x9"/>
  <p:notesSz cx="6858000" cy="9144000"/>
  <p:embeddedFontLst>
    <p:embeddedFont>
      <p:font typeface="Encode Sans" panose="020B0604020202020204" charset="0"/>
      <p:regular r:id="rId8"/>
      <p:bold r:id="rId9"/>
    </p:embeddedFont>
    <p:embeddedFont>
      <p:font typeface="Encode Sans ExtraBold" panose="020B0604020202020204" charset="0"/>
      <p:bold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Light" panose="000004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D0621-8C55-4E71-8991-9007C5821A20}">
  <a:tblStyle styleId="{922D0621-8C55-4E71-8991-9007C5821A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d6be7b6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ed6be7b6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2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4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57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ORIENTADA A OBJETOS</a:t>
            </a:r>
            <a:endParaRPr sz="1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5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Introducción a la Materia POO</a:t>
            </a:r>
            <a:endParaRPr lang="es-ES" sz="1600" dirty="0"/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Lic. PLAZAS, Ricardo Gastón </a:t>
            </a: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33E04024-1172-0867-8F48-6A78D19C1CA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" y="0"/>
            <a:ext cx="1668174" cy="93254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reloj en la pared&#10;&#10;Descripción generada automáticamente con confianza media">
            <a:extLst>
              <a:ext uri="{FF2B5EF4-FFF2-40B4-BE49-F238E27FC236}">
                <a16:creationId xmlns:a16="http://schemas.microsoft.com/office/drawing/2014/main" id="{5E429AB1-8743-B009-57A8-55F190F7C2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1" r="10042"/>
          <a:stretch/>
        </p:blipFill>
        <p:spPr>
          <a:xfrm>
            <a:off x="5001896" y="953675"/>
            <a:ext cx="4142104" cy="418982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21747" y="1747694"/>
            <a:ext cx="5063864" cy="16481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dirty="0"/>
              <a:t>Programación Orientada a Objetos</a:t>
            </a:r>
            <a:br>
              <a:rPr lang="es-AR" sz="4400" dirty="0"/>
            </a:br>
            <a:r>
              <a:rPr lang="es-AR" sz="4400" dirty="0"/>
              <a:t> </a:t>
            </a:r>
            <a:r>
              <a:rPr lang="es-AR" sz="1200" dirty="0"/>
              <a:t>2º Cuatrimestre</a:t>
            </a:r>
            <a:endParaRPr sz="1200" dirty="0"/>
          </a:p>
        </p:txBody>
      </p:sp>
      <p:sp>
        <p:nvSpPr>
          <p:cNvPr id="2" name="Google Shape;245;p36">
            <a:extLst>
              <a:ext uri="{FF2B5EF4-FFF2-40B4-BE49-F238E27FC236}">
                <a16:creationId xmlns:a16="http://schemas.microsoft.com/office/drawing/2014/main" id="{C8C0C1AF-3204-C370-2B94-9A072D724C0E}"/>
              </a:ext>
            </a:extLst>
          </p:cNvPr>
          <p:cNvSpPr txBox="1">
            <a:spLocks/>
          </p:cNvSpPr>
          <p:nvPr/>
        </p:nvSpPr>
        <p:spPr>
          <a:xfrm>
            <a:off x="429261" y="3948545"/>
            <a:ext cx="4085139" cy="80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Montserrat"/>
              <a:buNone/>
              <a:defRPr sz="5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s-ES" sz="2400" dirty="0"/>
              <a:t>Profesor: Lic. Ricardo Plazas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plazasricardo_for@ucp.edu.ar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716549" y="1165101"/>
            <a:ext cx="3675342" cy="1044699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dirty="0"/>
              <a:t>¿</a:t>
            </a:r>
            <a:r>
              <a:rPr lang="es-ES" sz="2000" dirty="0"/>
              <a:t>FUNDAMENTACIÓN Y PRESENTACIÓN DE LA ASIGNATURA</a:t>
            </a:r>
            <a:endParaRPr lang="es-AR" sz="2000" b="1" dirty="0"/>
          </a:p>
        </p:txBody>
      </p:sp>
      <p:pic>
        <p:nvPicPr>
          <p:cNvPr id="4" name="Imagen 3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7CF3175C-B2BC-D6DA-8287-107D390AA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4156365" y="949284"/>
            <a:ext cx="4987636" cy="419421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C4B9A63-A5D3-4DB8-1C89-A1E29289930C}"/>
              </a:ext>
            </a:extLst>
          </p:cNvPr>
          <p:cNvSpPr txBox="1"/>
          <p:nvPr/>
        </p:nvSpPr>
        <p:spPr>
          <a:xfrm>
            <a:off x="55417" y="2154332"/>
            <a:ext cx="4572000" cy="285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rgbClr val="FFFFFF"/>
                </a:solidFill>
                <a:latin typeface="Montserrat"/>
              </a:rPr>
              <a:t>En un entorno tecnológico en constante evolución, la demanda de profesionales con habilidades en programación orientada a objetos (POO) sigue creciendo, ya que las empresas buscan software robusto y flexible para enfrentar desafíos complejos. La asignatura Programación Orientada a Objetos, impartida de forma virtual, es fundamental en la formación de técnicos en programación, proporcionando una comprensión profunda de la POO mediante Java, lo que mejora la modularidad, reutilización del código y la resolución de problemas complejos, habilidades clave en el mercado laboral.</a:t>
            </a:r>
            <a:endParaRPr lang="es-AR" sz="1100" dirty="0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7CF3175C-B2BC-D6DA-8287-107D390AA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4156365" y="949284"/>
            <a:ext cx="4987636" cy="419421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949284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Contenidos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618020"/>
            <a:ext cx="4375358" cy="2856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100" dirty="0">
                <a:solidFill>
                  <a:srgbClr val="FFFFFF"/>
                </a:solidFill>
                <a:latin typeface="Montserrat"/>
                <a:sym typeface="Montserrat"/>
              </a:rPr>
              <a:t>El curso abarca los principios fundamentales de la Programación Orientada a Objetos (POO), como la abstracción, encapsulamiento, polimorfismo y herencia. Se estudia la estructura de clases en Java, incluyendo atributos, métodos, constructores y enumeraciones. Además, se cubre la gestión de estructuras de datos con arreglos y colecciones, y la interacción con bases de datos a través de operaciones CRUD. Los diagramas UML se utilizan para planificar y diseñar software, mientras que Git y GitHub facilitan la gestión de versiones y el mantenimiento del historial de cambios durante el desarrollo.</a:t>
            </a:r>
          </a:p>
        </p:txBody>
      </p:sp>
    </p:spTree>
    <p:extLst>
      <p:ext uri="{BB962C8B-B14F-4D97-AF65-F5344CB8AC3E}">
        <p14:creationId xmlns:p14="http://schemas.microsoft.com/office/powerpoint/2010/main" val="214143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Correlativas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137992" y="1611247"/>
            <a:ext cx="4375358" cy="310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Programación Orientada a Objetos, parte del segundo año de la licenciatura, se construye sobre los conocimientos de Introducción a la Informática, Programación I, Programación II y está vinculada a materias como Bases de Datos I. Prepara a los estudiantes para cursos avanzados como Programación Web y Bases de Datos II. El dominio de Java, el uso de diagramas UML (especialmente de clases), y el manejo de herramientas de control de versiones como Git y GitHub son esenciales para el desarrollo de software avanzado y mantenible.</a:t>
            </a:r>
          </a:p>
        </p:txBody>
      </p:sp>
      <p:pic>
        <p:nvPicPr>
          <p:cNvPr id="2" name="Imagen 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D91C7E1C-9F35-F0C7-E28C-2762456C15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09" b="26299"/>
          <a:stretch/>
        </p:blipFill>
        <p:spPr>
          <a:xfrm>
            <a:off x="4245762" y="956836"/>
            <a:ext cx="4898238" cy="2091164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5" name="Imagen 4" descr="Una mujer sentada frente a una computadora&#10;&#10;Descripción generada automáticamente con confianza baja">
            <a:extLst>
              <a:ext uri="{FF2B5EF4-FFF2-40B4-BE49-F238E27FC236}">
                <a16:creationId xmlns:a16="http://schemas.microsoft.com/office/drawing/2014/main" id="{42AC7087-726F-3E4F-0754-6A01D7AFA9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3" r="2" b="36841"/>
          <a:stretch/>
        </p:blipFill>
        <p:spPr>
          <a:xfrm>
            <a:off x="4245762" y="3055552"/>
            <a:ext cx="4898238" cy="208039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699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OBJETIVOS DE APRENDIZAJE</a:t>
            </a:r>
            <a:endParaRPr lang="es-AR" sz="2000" dirty="0"/>
          </a:p>
        </p:txBody>
      </p:sp>
      <p:pic>
        <p:nvPicPr>
          <p:cNvPr id="6" name="Imagen 5" descr="Una persona con una luz roja&#10;&#10;Descripción generada automáticamente con confianza baja">
            <a:extLst>
              <a:ext uri="{FF2B5EF4-FFF2-40B4-BE49-F238E27FC236}">
                <a16:creationId xmlns:a16="http://schemas.microsoft.com/office/drawing/2014/main" id="{458282F5-78AE-9C08-E936-FADB9F7E89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6" b="35012"/>
          <a:stretch/>
        </p:blipFill>
        <p:spPr>
          <a:xfrm>
            <a:off x="4370556" y="982935"/>
            <a:ext cx="4773444" cy="203788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8" name="Imagen 7" descr="Imagen de la pantalla de un celular con letras&#10;&#10;Descripción generada automáticamente con confianza baja">
            <a:extLst>
              <a:ext uri="{FF2B5EF4-FFF2-40B4-BE49-F238E27FC236}">
                <a16:creationId xmlns:a16="http://schemas.microsoft.com/office/drawing/2014/main" id="{548C8F50-CF38-0F41-0B4D-3B7C511EDE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53" r="2" b="25671"/>
          <a:stretch/>
        </p:blipFill>
        <p:spPr>
          <a:xfrm>
            <a:off x="4357126" y="3020822"/>
            <a:ext cx="4786873" cy="212267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8FE8DDD-6C2F-2369-8FBF-4F2B490C122F}"/>
              </a:ext>
            </a:extLst>
          </p:cNvPr>
          <p:cNvSpPr txBox="1"/>
          <p:nvPr/>
        </p:nvSpPr>
        <p:spPr>
          <a:xfrm>
            <a:off x="295041" y="1466329"/>
            <a:ext cx="4375358" cy="3362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Objetivos de Aprobación: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Comprender los Principios de POO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Aplicar POO en Java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Modelar con UML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Gestionar Estructuras de Datos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Realizar Operaciones de Acceso a Datos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Desarrollar un Proyecto Completo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Implementar UML y Controlar Versiones</a:t>
            </a:r>
          </a:p>
          <a:p>
            <a:pPr marL="171450" indent="-171450">
              <a:lnSpc>
                <a:spcPct val="20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Demostrar Competencias Avanzadas</a:t>
            </a:r>
          </a:p>
        </p:txBody>
      </p:sp>
    </p:spTree>
    <p:extLst>
      <p:ext uri="{BB962C8B-B14F-4D97-AF65-F5344CB8AC3E}">
        <p14:creationId xmlns:p14="http://schemas.microsoft.com/office/powerpoint/2010/main" val="6390721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365</Words>
  <Application>Microsoft Office PowerPoint</Application>
  <PresentationFormat>Presentación en pantalla (16:9)</PresentationFormat>
  <Paragraphs>20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Montserrat Light</vt:lpstr>
      <vt:lpstr>Montserrat</vt:lpstr>
      <vt:lpstr>Arial</vt:lpstr>
      <vt:lpstr>Encode Sans ExtraBold</vt:lpstr>
      <vt:lpstr>Encode Sans</vt:lpstr>
      <vt:lpstr>Simple Light</vt:lpstr>
      <vt:lpstr>Programación Orientada a Objetos  2º Cuatrimestre</vt:lpstr>
      <vt:lpstr>¿FUNDAMENTACIÓN Y PRESENTACIÓN DE LA ASIGNATURA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Ricardo Gastón Plazas</cp:lastModifiedBy>
  <cp:revision>20</cp:revision>
  <dcterms:modified xsi:type="dcterms:W3CDTF">2025-08-12T19:06:28Z</dcterms:modified>
</cp:coreProperties>
</file>